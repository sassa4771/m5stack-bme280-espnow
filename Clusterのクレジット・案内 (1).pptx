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7C71DC9C.xml" ContentType="application/vnd.ms-powerpoint.comments+xml"/>
  <Override PartName="/ppt/comments/modernComment_102_172AE0D8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8" r:id="rId6"/>
    <p:sldId id="260" r:id="rId7"/>
    <p:sldId id="259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66B5A5-69CB-12EC-5F54-3F138AEBF3E1}" name="SASATAKE Yuta" initials="" userId="S::nw.62y.3556@f.thers.ac.jp::ac6bd21c-624e-4192-b4d8-0a995d7a1f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303"/>
    <a:srgbClr val="837D81"/>
    <a:srgbClr val="4B494C"/>
    <a:srgbClr val="156082"/>
    <a:srgbClr val="ECEAEB"/>
    <a:srgbClr val="E8E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04B9DB-35E9-5645-89A1-C08E4B4CFE08}" v="6" dt="2025-11-16T04:30:09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6"/>
    <p:restoredTop sz="94658"/>
  </p:normalViewPr>
  <p:slideViewPr>
    <p:cSldViewPr snapToGrid="0">
      <p:cViewPr>
        <p:scale>
          <a:sx n="122" d="100"/>
          <a:sy n="122" d="100"/>
        </p:scale>
        <p:origin x="1032" y="-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omments/modernComment_100_7C71DC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082986-9ECD-B648-8780-85E925A2FC9A}" authorId="{9666B5A5-69CB-12EC-5F54-3F138AEBF3E1}" created="2025-11-16T04:32:50.038">
    <pc:sldMkLst xmlns:pc="http://schemas.microsoft.com/office/powerpoint/2013/main/command">
      <pc:docMk/>
      <pc:sldMk cId="2087836828" sldId="256"/>
    </pc:sldMkLst>
    <p188:txBody>
      <a:bodyPr/>
      <a:lstStyle/>
      <a:p>
        <a:r>
          <a:rPr lang="ja-JP" altLang="en-US"/>
          <a:t>2025年11月16日
動画編集者の追加</a:t>
        </a:r>
      </a:p>
    </p188:txBody>
  </p188:cm>
</p188:cmLst>
</file>

<file path=ppt/comments/modernComment_102_172AE0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2941FD-7FB0-7242-B8E6-4237EB324C56}" authorId="{9666B5A5-69CB-12EC-5F54-3F138AEBF3E1}" created="2025-11-16T04:32:00.8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8686040" sldId="258"/>
      <ac:spMk id="1045" creationId="{62B23EAA-AC8D-B64E-B2AE-EF0A856C3921}"/>
    </ac:deMkLst>
    <p188:txBody>
      <a:bodyPr/>
      <a:lstStyle/>
      <a:p>
        <a:r>
          <a:rPr lang="ja-JP" altLang="en-US"/>
          <a:t>2025年11月16日
文字の変更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D1371-0CDD-3840-A9CF-90AC9F1E78A9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8C45A-EABC-B94F-975E-E5D590CBE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80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8C45A-EABC-B94F-975E-E5D590CBE1B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19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70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55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31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15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732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38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07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082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68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87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27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4565D-CDFF-48C1-87B7-E4CDD8CED7EF}" type="datetimeFigureOut">
              <a:rPr kumimoji="1" lang="ja-JP" altLang="en-US" smtClean="0"/>
              <a:t>2025/11/15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D3BE4-33C3-43A2-834C-9A8C82B701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92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7C71DC9C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microsoft.com/office/2018/10/relationships/comments" Target="../comments/modernComment_102_172AE0D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461F94-2CF7-B70A-8C54-7F09F41B922D}"/>
              </a:ext>
            </a:extLst>
          </p:cNvPr>
          <p:cNvSpPr/>
          <p:nvPr/>
        </p:nvSpPr>
        <p:spPr>
          <a:xfrm>
            <a:off x="196849" y="974892"/>
            <a:ext cx="6464302" cy="7196555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E2399F2-217B-F12A-5DF5-CEEAD9C2157E}"/>
              </a:ext>
            </a:extLst>
          </p:cNvPr>
          <p:cNvSpPr/>
          <p:nvPr/>
        </p:nvSpPr>
        <p:spPr>
          <a:xfrm>
            <a:off x="370415" y="1734553"/>
            <a:ext cx="2658534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製作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F890532-446E-DB48-3AF4-2F52B3E35228}"/>
              </a:ext>
            </a:extLst>
          </p:cNvPr>
          <p:cNvSpPr/>
          <p:nvPr/>
        </p:nvSpPr>
        <p:spPr>
          <a:xfrm>
            <a:off x="361947" y="2585893"/>
            <a:ext cx="2658534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企画・構想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55C2787-B1C2-C05D-EF95-D00D8FD05AFF}"/>
              </a:ext>
            </a:extLst>
          </p:cNvPr>
          <p:cNvSpPr txBox="1"/>
          <p:nvPr/>
        </p:nvSpPr>
        <p:spPr>
          <a:xfrm>
            <a:off x="433915" y="2099845"/>
            <a:ext cx="4715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/>
              <a:t>岐阜大学　航空宇宙生産技術開発センター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BD8FA2-1A1D-897A-F218-4BAF6E59C44F}"/>
              </a:ext>
            </a:extLst>
          </p:cNvPr>
          <p:cNvSpPr txBox="1"/>
          <p:nvPr/>
        </p:nvSpPr>
        <p:spPr>
          <a:xfrm>
            <a:off x="433915" y="2978809"/>
            <a:ext cx="4715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/>
              <a:t>サイバーフィジカルものづくり教育研究基盤室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22D5ED-4F47-2D87-E456-1FAFDF6DE73D}"/>
              </a:ext>
            </a:extLst>
          </p:cNvPr>
          <p:cNvSpPr txBox="1"/>
          <p:nvPr/>
        </p:nvSpPr>
        <p:spPr>
          <a:xfrm>
            <a:off x="433915" y="3317363"/>
            <a:ext cx="4715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オゼキサン</a:t>
            </a:r>
            <a:endParaRPr lang="en-US" altLang="ja-JP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タケサン</a:t>
            </a:r>
            <a:endParaRPr lang="en-US" altLang="ja-JP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おぅさま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686FA50-6799-51C6-DCE0-8A6D5D7FF237}"/>
              </a:ext>
            </a:extLst>
          </p:cNvPr>
          <p:cNvSpPr/>
          <p:nvPr/>
        </p:nvSpPr>
        <p:spPr>
          <a:xfrm>
            <a:off x="361946" y="4264278"/>
            <a:ext cx="2667003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ワールド構築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54B31F-B63F-FCF1-80E3-422CE573AEAF}"/>
              </a:ext>
            </a:extLst>
          </p:cNvPr>
          <p:cNvSpPr txBox="1"/>
          <p:nvPr/>
        </p:nvSpPr>
        <p:spPr>
          <a:xfrm>
            <a:off x="433915" y="4641483"/>
            <a:ext cx="4715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/>
              <a:t>サイバーフィジカルものづくり教育研究基盤室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33BA5F2-FF3A-E2A9-CD3C-1C2826C3CDAF}"/>
              </a:ext>
            </a:extLst>
          </p:cNvPr>
          <p:cNvSpPr txBox="1"/>
          <p:nvPr/>
        </p:nvSpPr>
        <p:spPr>
          <a:xfrm>
            <a:off x="433914" y="5014997"/>
            <a:ext cx="4715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タケサン（ワールド制作）</a:t>
            </a:r>
            <a:endParaRPr lang="en-US" altLang="ja-JP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石井（ワールド制作）</a:t>
            </a:r>
            <a:endParaRPr lang="en-US" altLang="ja-JP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高木（</a:t>
            </a:r>
            <a:r>
              <a:rPr lang="en-US" altLang="ja-JP" sz="1600" b="1" dirty="0"/>
              <a:t>3D</a:t>
            </a:r>
            <a:r>
              <a:rPr lang="ja-JP" altLang="en-US" sz="1600" b="1" dirty="0"/>
              <a:t>モデル制作）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BA27E25-FF5F-2300-24FF-D32AF2ADF2EF}"/>
              </a:ext>
            </a:extLst>
          </p:cNvPr>
          <p:cNvSpPr/>
          <p:nvPr/>
        </p:nvSpPr>
        <p:spPr>
          <a:xfrm>
            <a:off x="361945" y="5974853"/>
            <a:ext cx="2667004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/>
              <a:t>ワールド</a:t>
            </a:r>
            <a:r>
              <a:rPr kumimoji="1" lang="ja-JP" altLang="en-US" sz="1600" b="1"/>
              <a:t>構築アドバイス</a:t>
            </a:r>
            <a:endParaRPr kumimoji="1" lang="ja-JP" altLang="en-US" sz="16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0E3544D-7682-DA35-A96D-AB0A73C5D4BC}"/>
              </a:ext>
            </a:extLst>
          </p:cNvPr>
          <p:cNvSpPr txBox="1"/>
          <p:nvPr/>
        </p:nvSpPr>
        <p:spPr>
          <a:xfrm>
            <a:off x="433914" y="6345891"/>
            <a:ext cx="4715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ふじ</a:t>
            </a:r>
            <a:endParaRPr lang="en-US" altLang="ja-JP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 dirty="0"/>
              <a:t>きつねこ狐猫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5F1458B-B0A2-0066-D326-BFC0A64A7395}"/>
              </a:ext>
            </a:extLst>
          </p:cNvPr>
          <p:cNvSpPr/>
          <p:nvPr/>
        </p:nvSpPr>
        <p:spPr>
          <a:xfrm>
            <a:off x="663185" y="1091873"/>
            <a:ext cx="5531630" cy="544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>
                <a:solidFill>
                  <a:sysClr val="windowText" lastClr="000000"/>
                </a:solidFill>
              </a:rPr>
              <a:t>IPTeCA</a:t>
            </a:r>
            <a:r>
              <a:rPr kumimoji="1" lang="ja-JP" altLang="en-US" b="1" dirty="0">
                <a:solidFill>
                  <a:sysClr val="windowText" lastClr="000000"/>
                </a:solidFill>
              </a:rPr>
              <a:t>バーチャル・イノベーション展示館</a:t>
            </a:r>
            <a:endParaRPr kumimoji="1" lang="en-US" altLang="ja-JP" b="1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b="1" dirty="0">
                <a:solidFill>
                  <a:sysClr val="windowText" lastClr="000000"/>
                </a:solidFill>
              </a:rPr>
              <a:t>ワールドクレジット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B8DBE0-841A-D44F-EA5C-0FF47383D92C}"/>
              </a:ext>
            </a:extLst>
          </p:cNvPr>
          <p:cNvSpPr/>
          <p:nvPr/>
        </p:nvSpPr>
        <p:spPr>
          <a:xfrm>
            <a:off x="361945" y="7097973"/>
            <a:ext cx="2658536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/>
              <a:t>紹介動画制作</a:t>
            </a:r>
            <a:endParaRPr kumimoji="1" lang="ja-JP" altLang="en-US" sz="16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D935C8-4971-FA6C-EAAB-FDA7F66C8C44}"/>
              </a:ext>
            </a:extLst>
          </p:cNvPr>
          <p:cNvSpPr txBox="1"/>
          <p:nvPr/>
        </p:nvSpPr>
        <p:spPr>
          <a:xfrm>
            <a:off x="447708" y="7443018"/>
            <a:ext cx="4715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/>
              <a:t>菱川（動画編集・アイデア）</a:t>
            </a:r>
            <a:endParaRPr lang="en-US" altLang="ja-JP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b="1"/>
              <a:t>北川（企画・アイデア）</a:t>
            </a:r>
            <a:endParaRPr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0878368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A8AFA99-48E1-DF8E-5189-DC662C05C19F}"/>
              </a:ext>
            </a:extLst>
          </p:cNvPr>
          <p:cNvSpPr/>
          <p:nvPr/>
        </p:nvSpPr>
        <p:spPr>
          <a:xfrm>
            <a:off x="137471" y="816944"/>
            <a:ext cx="1998134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kumimoji="1" lang="en-US" altLang="ja-JP" sz="1600" b="1" dirty="0"/>
              <a:t>0.</a:t>
            </a:r>
            <a:r>
              <a:rPr kumimoji="1" lang="ja-JP" altLang="en-US" sz="1600" b="1" dirty="0"/>
              <a:t>はじめに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D0C9254-9ADE-955F-CA9A-675087582C09}"/>
              </a:ext>
            </a:extLst>
          </p:cNvPr>
          <p:cNvSpPr/>
          <p:nvPr/>
        </p:nvSpPr>
        <p:spPr>
          <a:xfrm>
            <a:off x="663185" y="159091"/>
            <a:ext cx="5531630" cy="544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err="1">
                <a:solidFill>
                  <a:sysClr val="windowText" lastClr="000000"/>
                </a:solidFill>
              </a:rPr>
              <a:t>IPTeCA</a:t>
            </a:r>
            <a:r>
              <a:rPr kumimoji="1" lang="ja-JP" altLang="en-US" sz="2000" b="1" dirty="0">
                <a:solidFill>
                  <a:sysClr val="windowText" lastClr="000000"/>
                </a:solidFill>
              </a:rPr>
              <a:t>バーチャル・イノベーション展示館</a:t>
            </a:r>
            <a:endParaRPr kumimoji="1" lang="en-US" altLang="ja-JP" sz="2000" b="1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2000" b="1" dirty="0">
                <a:solidFill>
                  <a:sysClr val="windowText" lastClr="000000"/>
                </a:solidFill>
              </a:rPr>
              <a:t>のルール説明</a:t>
            </a:r>
            <a:endParaRPr kumimoji="1" lang="en-US" altLang="ja-JP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7CF55A-4C76-70FA-86A7-EDAB8ADD5C3F}"/>
              </a:ext>
            </a:extLst>
          </p:cNvPr>
          <p:cNvSpPr txBox="1"/>
          <p:nvPr/>
        </p:nvSpPr>
        <p:spPr>
          <a:xfrm>
            <a:off x="137469" y="1250478"/>
            <a:ext cx="6570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en-US" sz="1600" dirty="0"/>
              <a:t>本展示館は、産学官連携の理念のもと、学生と教員、企業が協働して設計・制作した常設オンライン展示です。すべての来場者が安心して体験できるよう、以下のルールへのご理解とご協力をお願いします。</a:t>
            </a:r>
            <a:endParaRPr lang="ja-JP" altLang="en-US" sz="1600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1D275D2-566F-B702-807B-DDFA6EA32282}"/>
              </a:ext>
            </a:extLst>
          </p:cNvPr>
          <p:cNvSpPr/>
          <p:nvPr/>
        </p:nvSpPr>
        <p:spPr>
          <a:xfrm>
            <a:off x="137470" y="2285564"/>
            <a:ext cx="1998136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kumimoji="1" lang="en-US" altLang="ja-JP" sz="1600" b="1" dirty="0"/>
              <a:t>1.</a:t>
            </a:r>
            <a:r>
              <a:rPr kumimoji="1" lang="ja-JP" altLang="en-US" sz="1600" b="1" dirty="0"/>
              <a:t>操作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8A66864-5EFE-CFAE-4610-5B918CDA07BB}"/>
              </a:ext>
            </a:extLst>
          </p:cNvPr>
          <p:cNvSpPr/>
          <p:nvPr/>
        </p:nvSpPr>
        <p:spPr>
          <a:xfrm>
            <a:off x="137469" y="4523876"/>
            <a:ext cx="1998136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altLang="ja-JP" sz="1600" b="1" dirty="0"/>
              <a:t>2.</a:t>
            </a:r>
            <a:r>
              <a:rPr lang="ja-JP" altLang="en-US" sz="1600" b="1" dirty="0"/>
              <a:t>マナー・配信</a:t>
            </a:r>
            <a:endParaRPr kumimoji="1" lang="ja-JP" altLang="en-US" sz="1600" b="1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929B47C-6848-3351-68A1-DBE931912CE3}"/>
              </a:ext>
            </a:extLst>
          </p:cNvPr>
          <p:cNvSpPr/>
          <p:nvPr/>
        </p:nvSpPr>
        <p:spPr>
          <a:xfrm>
            <a:off x="137470" y="6828819"/>
            <a:ext cx="1998136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altLang="ja-JP" sz="1600" b="1" dirty="0"/>
              <a:t>3.</a:t>
            </a:r>
            <a:r>
              <a:rPr lang="ja-JP" altLang="en-US" sz="1600" b="1" dirty="0"/>
              <a:t>快適さと安全</a:t>
            </a:r>
            <a:endParaRPr kumimoji="1" lang="ja-JP" altLang="en-US" sz="16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1DF31B-5669-9F80-CB9E-F10935D0E665}"/>
              </a:ext>
            </a:extLst>
          </p:cNvPr>
          <p:cNvSpPr txBox="1"/>
          <p:nvPr/>
        </p:nvSpPr>
        <p:spPr>
          <a:xfrm>
            <a:off x="260794" y="4047866"/>
            <a:ext cx="2014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b="1" dirty="0"/>
              <a:t>PC</a:t>
            </a:r>
            <a:endParaRPr lang="ja-JP" altLang="en-US" sz="16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87A781E-4A4F-6FD1-AA87-7CF0F7375076}"/>
              </a:ext>
            </a:extLst>
          </p:cNvPr>
          <p:cNvSpPr txBox="1"/>
          <p:nvPr/>
        </p:nvSpPr>
        <p:spPr>
          <a:xfrm>
            <a:off x="2421911" y="4047864"/>
            <a:ext cx="2014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/>
              <a:t>スマホ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58E44F9-BCF9-7F01-EC27-EBC3CD7A5343}"/>
              </a:ext>
            </a:extLst>
          </p:cNvPr>
          <p:cNvSpPr txBox="1"/>
          <p:nvPr/>
        </p:nvSpPr>
        <p:spPr>
          <a:xfrm>
            <a:off x="4583028" y="4047864"/>
            <a:ext cx="2014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b="1" dirty="0"/>
              <a:t>VR</a:t>
            </a:r>
            <a:endParaRPr lang="ja-JP" altLang="en-US" sz="16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FCBEB1B-6802-4AF9-DDBD-72752E7FA72F}"/>
              </a:ext>
            </a:extLst>
          </p:cNvPr>
          <p:cNvSpPr/>
          <p:nvPr/>
        </p:nvSpPr>
        <p:spPr>
          <a:xfrm>
            <a:off x="223866" y="2713025"/>
            <a:ext cx="2088034" cy="1321273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A6A631B-76DD-4A0B-DA25-4F6C3BE7B09E}"/>
              </a:ext>
            </a:extLst>
          </p:cNvPr>
          <p:cNvSpPr/>
          <p:nvPr/>
        </p:nvSpPr>
        <p:spPr>
          <a:xfrm>
            <a:off x="2384983" y="2713027"/>
            <a:ext cx="2088034" cy="1321273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85050C8-B86D-0CE4-0E85-BE46C68AE203}"/>
              </a:ext>
            </a:extLst>
          </p:cNvPr>
          <p:cNvSpPr/>
          <p:nvPr/>
        </p:nvSpPr>
        <p:spPr>
          <a:xfrm>
            <a:off x="4546100" y="2713026"/>
            <a:ext cx="2088034" cy="1321273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468B2DD-5975-B96D-911A-335A12DA9565}"/>
              </a:ext>
            </a:extLst>
          </p:cNvPr>
          <p:cNvSpPr txBox="1"/>
          <p:nvPr/>
        </p:nvSpPr>
        <p:spPr>
          <a:xfrm>
            <a:off x="971771" y="9144981"/>
            <a:ext cx="49927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/>
              <a:t>酔いを感じたら一時停止をして休憩をしましょう。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97F09C-C3A0-0686-69CD-5A20D95AB0D6}"/>
              </a:ext>
            </a:extLst>
          </p:cNvPr>
          <p:cNvSpPr txBox="1"/>
          <p:nvPr/>
        </p:nvSpPr>
        <p:spPr>
          <a:xfrm>
            <a:off x="260794" y="6203283"/>
            <a:ext cx="2014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/>
              <a:t>近接ボイスは節度を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1297A8B-3C0C-D1B0-2DC3-CCA2D2D82B95}"/>
              </a:ext>
            </a:extLst>
          </p:cNvPr>
          <p:cNvSpPr txBox="1"/>
          <p:nvPr/>
        </p:nvSpPr>
        <p:spPr>
          <a:xfrm>
            <a:off x="2421911" y="6203281"/>
            <a:ext cx="2014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/>
              <a:t>迷惑行為は禁止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8F7858-9D2E-99A4-1665-C004376EFAD6}"/>
              </a:ext>
            </a:extLst>
          </p:cNvPr>
          <p:cNvSpPr txBox="1"/>
          <p:nvPr/>
        </p:nvSpPr>
        <p:spPr>
          <a:xfrm>
            <a:off x="4583028" y="6203281"/>
            <a:ext cx="20141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600" b="1" dirty="0"/>
              <a:t>配信・録画は不許可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3235D04-109F-847D-C4B2-1006679691E7}"/>
              </a:ext>
            </a:extLst>
          </p:cNvPr>
          <p:cNvSpPr/>
          <p:nvPr/>
        </p:nvSpPr>
        <p:spPr>
          <a:xfrm>
            <a:off x="223866" y="4868446"/>
            <a:ext cx="2088034" cy="1321273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0E1D5500-7E8D-6A5B-39DF-4DF0A781544C}"/>
              </a:ext>
            </a:extLst>
          </p:cNvPr>
          <p:cNvSpPr/>
          <p:nvPr/>
        </p:nvSpPr>
        <p:spPr>
          <a:xfrm>
            <a:off x="2384983" y="4868444"/>
            <a:ext cx="2088034" cy="1321273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5F047D5C-80A1-998E-33A9-C11C54546007}"/>
              </a:ext>
            </a:extLst>
          </p:cNvPr>
          <p:cNvSpPr/>
          <p:nvPr/>
        </p:nvSpPr>
        <p:spPr>
          <a:xfrm>
            <a:off x="4546100" y="4868443"/>
            <a:ext cx="2088034" cy="1321273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C2A03998-EB83-6839-2008-FF7BA350F525}"/>
              </a:ext>
            </a:extLst>
          </p:cNvPr>
          <p:cNvSpPr/>
          <p:nvPr/>
        </p:nvSpPr>
        <p:spPr>
          <a:xfrm>
            <a:off x="223866" y="7205895"/>
            <a:ext cx="6410268" cy="1859032"/>
          </a:xfrm>
          <a:prstGeom prst="roundRect">
            <a:avLst>
              <a:gd name="adj" fmla="val 637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キーボードのイラスト（コンピューター）">
            <a:extLst>
              <a:ext uri="{FF2B5EF4-FFF2-40B4-BE49-F238E27FC236}">
                <a16:creationId xmlns:a16="http://schemas.microsoft.com/office/drawing/2014/main" id="{481A0272-7E77-E531-E964-7863D1145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74944">
            <a:off x="483671" y="2679340"/>
            <a:ext cx="671862" cy="46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吹き出し: 四角形 40">
            <a:extLst>
              <a:ext uri="{FF2B5EF4-FFF2-40B4-BE49-F238E27FC236}">
                <a16:creationId xmlns:a16="http://schemas.microsoft.com/office/drawing/2014/main" id="{D9E7487F-9B9F-A3CD-F829-11F1DBA02BD6}"/>
              </a:ext>
            </a:extLst>
          </p:cNvPr>
          <p:cNvSpPr/>
          <p:nvPr/>
        </p:nvSpPr>
        <p:spPr>
          <a:xfrm>
            <a:off x="274045" y="3127558"/>
            <a:ext cx="1074211" cy="459637"/>
          </a:xfrm>
          <a:prstGeom prst="wedgeRectCallout">
            <a:avLst>
              <a:gd name="adj1" fmla="val -10534"/>
              <a:gd name="adj2" fmla="val -7812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C1948D0F-1148-CEDD-7113-7D1A0FFD994D}"/>
              </a:ext>
            </a:extLst>
          </p:cNvPr>
          <p:cNvGrpSpPr>
            <a:grpSpLocks noChangeAspect="1"/>
          </p:cNvGrpSpPr>
          <p:nvPr/>
        </p:nvGrpSpPr>
        <p:grpSpPr>
          <a:xfrm>
            <a:off x="307310" y="3158308"/>
            <a:ext cx="522227" cy="398837"/>
            <a:chOff x="-1836714" y="3882335"/>
            <a:chExt cx="1568618" cy="1197990"/>
          </a:xfrm>
        </p:grpSpPr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58825A41-D4E1-79DF-D9B7-D1D455F96EDF}"/>
                </a:ext>
              </a:extLst>
            </p:cNvPr>
            <p:cNvSpPr/>
            <p:nvPr/>
          </p:nvSpPr>
          <p:spPr>
            <a:xfrm>
              <a:off x="-1236133" y="4310765"/>
              <a:ext cx="347133" cy="3429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S</a:t>
              </a:r>
              <a:endParaRPr kumimoji="1" lang="ja-JP" altLang="en-US" sz="900" dirty="0"/>
            </a:p>
          </p:txBody>
        </p:sp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18F3D1C3-8C69-C639-01FE-1588C085938C}"/>
                </a:ext>
              </a:extLst>
            </p:cNvPr>
            <p:cNvSpPr/>
            <p:nvPr/>
          </p:nvSpPr>
          <p:spPr>
            <a:xfrm>
              <a:off x="-1691553" y="4309880"/>
              <a:ext cx="347133" cy="3429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A</a:t>
              </a:r>
              <a:endParaRPr kumimoji="1" lang="ja-JP" altLang="en-US" sz="900" dirty="0"/>
            </a:p>
          </p:txBody>
        </p:sp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93118C4F-C9A8-0F16-F088-B1C0A95EFA6A}"/>
                </a:ext>
              </a:extLst>
            </p:cNvPr>
            <p:cNvSpPr/>
            <p:nvPr/>
          </p:nvSpPr>
          <p:spPr>
            <a:xfrm>
              <a:off x="-780713" y="4309880"/>
              <a:ext cx="347133" cy="3429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D</a:t>
              </a:r>
              <a:endParaRPr kumimoji="1" lang="ja-JP" altLang="en-US" sz="900" dirty="0"/>
            </a:p>
          </p:txBody>
        </p:sp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220C7D6F-56E7-3F6F-B9A7-A681DD1D2F26}"/>
                </a:ext>
              </a:extLst>
            </p:cNvPr>
            <p:cNvSpPr/>
            <p:nvPr/>
          </p:nvSpPr>
          <p:spPr>
            <a:xfrm>
              <a:off x="-1381294" y="3883220"/>
              <a:ext cx="347133" cy="3429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W</a:t>
              </a:r>
              <a:endParaRPr kumimoji="1" lang="ja-JP" altLang="en-US" sz="900" dirty="0"/>
            </a:p>
          </p:txBody>
        </p:sp>
        <p:sp>
          <p:nvSpPr>
            <p:cNvPr id="35" name="四角形: 角を丸くする 34">
              <a:extLst>
                <a:ext uri="{FF2B5EF4-FFF2-40B4-BE49-F238E27FC236}">
                  <a16:creationId xmlns:a16="http://schemas.microsoft.com/office/drawing/2014/main" id="{104B10B1-AED5-F97D-0A4B-F851002E90CB}"/>
                </a:ext>
              </a:extLst>
            </p:cNvPr>
            <p:cNvSpPr/>
            <p:nvPr/>
          </p:nvSpPr>
          <p:spPr>
            <a:xfrm>
              <a:off x="-1836714" y="3882335"/>
              <a:ext cx="347133" cy="3429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Q</a:t>
              </a:r>
              <a:endParaRPr kumimoji="1" lang="ja-JP" altLang="en-US" sz="900" dirty="0"/>
            </a:p>
          </p:txBody>
        </p:sp>
        <p:sp>
          <p:nvSpPr>
            <p:cNvPr id="36" name="四角形: 角を丸くする 35">
              <a:extLst>
                <a:ext uri="{FF2B5EF4-FFF2-40B4-BE49-F238E27FC236}">
                  <a16:creationId xmlns:a16="http://schemas.microsoft.com/office/drawing/2014/main" id="{8C3C2960-EBB9-2357-1EDF-D625C30996E8}"/>
                </a:ext>
              </a:extLst>
            </p:cNvPr>
            <p:cNvSpPr/>
            <p:nvPr/>
          </p:nvSpPr>
          <p:spPr>
            <a:xfrm>
              <a:off x="-925874" y="3882335"/>
              <a:ext cx="347133" cy="3429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E</a:t>
              </a:r>
              <a:endParaRPr kumimoji="1" lang="ja-JP" altLang="en-US" sz="900" dirty="0"/>
            </a:p>
          </p:txBody>
        </p:sp>
        <p:sp>
          <p:nvSpPr>
            <p:cNvPr id="37" name="四角形: 角を丸くする 36">
              <a:extLst>
                <a:ext uri="{FF2B5EF4-FFF2-40B4-BE49-F238E27FC236}">
                  <a16:creationId xmlns:a16="http://schemas.microsoft.com/office/drawing/2014/main" id="{43918A56-C6B2-869A-2DD0-6A55A9E2558E}"/>
                </a:ext>
              </a:extLst>
            </p:cNvPr>
            <p:cNvSpPr/>
            <p:nvPr/>
          </p:nvSpPr>
          <p:spPr>
            <a:xfrm>
              <a:off x="-1070649" y="4737425"/>
              <a:ext cx="347133" cy="3429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X</a:t>
              </a:r>
              <a:endParaRPr kumimoji="1" lang="ja-JP" altLang="en-US" sz="900" dirty="0"/>
            </a:p>
          </p:txBody>
        </p:sp>
        <p:sp>
          <p:nvSpPr>
            <p:cNvPr id="38" name="四角形: 角を丸くする 37">
              <a:extLst>
                <a:ext uri="{FF2B5EF4-FFF2-40B4-BE49-F238E27FC236}">
                  <a16:creationId xmlns:a16="http://schemas.microsoft.com/office/drawing/2014/main" id="{6B645502-5F52-07B3-2904-8764CA87153B}"/>
                </a:ext>
              </a:extLst>
            </p:cNvPr>
            <p:cNvSpPr/>
            <p:nvPr/>
          </p:nvSpPr>
          <p:spPr>
            <a:xfrm>
              <a:off x="-1526069" y="4736540"/>
              <a:ext cx="347133" cy="3429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Z</a:t>
              </a:r>
              <a:endParaRPr kumimoji="1" lang="ja-JP" altLang="en-US" sz="900" dirty="0"/>
            </a:p>
          </p:txBody>
        </p:sp>
        <p:sp>
          <p:nvSpPr>
            <p:cNvPr id="39" name="四角形: 角を丸くする 38">
              <a:extLst>
                <a:ext uri="{FF2B5EF4-FFF2-40B4-BE49-F238E27FC236}">
                  <a16:creationId xmlns:a16="http://schemas.microsoft.com/office/drawing/2014/main" id="{60A9C307-439E-3E34-C611-56D2D1ADCE01}"/>
                </a:ext>
              </a:extLst>
            </p:cNvPr>
            <p:cNvSpPr/>
            <p:nvPr/>
          </p:nvSpPr>
          <p:spPr>
            <a:xfrm>
              <a:off x="-615229" y="4736540"/>
              <a:ext cx="347133" cy="3429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C</a:t>
              </a:r>
              <a:endParaRPr kumimoji="1" lang="ja-JP" altLang="en-US" sz="900" dirty="0"/>
            </a:p>
          </p:txBody>
        </p: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566C5196-7908-CD0F-DAA8-3581CFA1B558}"/>
              </a:ext>
            </a:extLst>
          </p:cNvPr>
          <p:cNvGrpSpPr/>
          <p:nvPr/>
        </p:nvGrpSpPr>
        <p:grpSpPr>
          <a:xfrm>
            <a:off x="883665" y="3196811"/>
            <a:ext cx="418807" cy="262223"/>
            <a:chOff x="1187134" y="3684801"/>
            <a:chExt cx="418807" cy="262223"/>
          </a:xfrm>
        </p:grpSpPr>
        <p:sp>
          <p:nvSpPr>
            <p:cNvPr id="43" name="四角形: 角を丸くする 42">
              <a:extLst>
                <a:ext uri="{FF2B5EF4-FFF2-40B4-BE49-F238E27FC236}">
                  <a16:creationId xmlns:a16="http://schemas.microsoft.com/office/drawing/2014/main" id="{BDF698C9-631B-7E44-1F9E-5BBE15867AB9}"/>
                </a:ext>
              </a:extLst>
            </p:cNvPr>
            <p:cNvSpPr/>
            <p:nvPr/>
          </p:nvSpPr>
          <p:spPr>
            <a:xfrm>
              <a:off x="1338753" y="3832865"/>
              <a:ext cx="115568" cy="11415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/>
                <a:t>↓</a:t>
              </a:r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DD2A6A42-FFB2-1C83-9C98-2103F12FEDC9}"/>
                </a:ext>
              </a:extLst>
            </p:cNvPr>
            <p:cNvSpPr/>
            <p:nvPr/>
          </p:nvSpPr>
          <p:spPr>
            <a:xfrm>
              <a:off x="1187134" y="3832570"/>
              <a:ext cx="115568" cy="11415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/>
                <a:t>←</a:t>
              </a:r>
            </a:p>
          </p:txBody>
        </p:sp>
        <p:sp>
          <p:nvSpPr>
            <p:cNvPr id="45" name="四角形: 角を丸くする 44">
              <a:extLst>
                <a:ext uri="{FF2B5EF4-FFF2-40B4-BE49-F238E27FC236}">
                  <a16:creationId xmlns:a16="http://schemas.microsoft.com/office/drawing/2014/main" id="{7BF2F39F-F9D0-B56E-3997-9A612D37A4F4}"/>
                </a:ext>
              </a:extLst>
            </p:cNvPr>
            <p:cNvSpPr/>
            <p:nvPr/>
          </p:nvSpPr>
          <p:spPr>
            <a:xfrm>
              <a:off x="1490373" y="3832570"/>
              <a:ext cx="115568" cy="11415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/>
                <a:t>→</a:t>
              </a:r>
            </a:p>
          </p:txBody>
        </p:sp>
        <p:sp>
          <p:nvSpPr>
            <p:cNvPr id="46" name="四角形: 角を丸くする 45">
              <a:extLst>
                <a:ext uri="{FF2B5EF4-FFF2-40B4-BE49-F238E27FC236}">
                  <a16:creationId xmlns:a16="http://schemas.microsoft.com/office/drawing/2014/main" id="{05D5785D-A286-A5FA-E4D8-1DD5F87D0FA0}"/>
                </a:ext>
              </a:extLst>
            </p:cNvPr>
            <p:cNvSpPr/>
            <p:nvPr/>
          </p:nvSpPr>
          <p:spPr>
            <a:xfrm>
              <a:off x="1338753" y="3684801"/>
              <a:ext cx="115568" cy="11415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 dirty="0"/>
                <a:t>↑</a:t>
              </a:r>
            </a:p>
          </p:txBody>
        </p:sp>
      </p:grpSp>
      <p:pic>
        <p:nvPicPr>
          <p:cNvPr id="1028" name="Picture 4" descr="コード付きマウスのイラスト">
            <a:extLst>
              <a:ext uri="{FF2B5EF4-FFF2-40B4-BE49-F238E27FC236}">
                <a16:creationId xmlns:a16="http://schemas.microsoft.com/office/drawing/2014/main" id="{D240E873-5657-B24B-D0D8-65243466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524" y="2831242"/>
            <a:ext cx="706380" cy="58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図 5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3898502-7365-AF6F-FC23-D760BAAC82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424" y="2627987"/>
            <a:ext cx="1884392" cy="1256654"/>
          </a:xfrm>
          <a:prstGeom prst="rect">
            <a:avLst/>
          </a:prstGeom>
        </p:spPr>
      </p:pic>
      <p:sp>
        <p:nvSpPr>
          <p:cNvPr id="57" name="楕円 56">
            <a:extLst>
              <a:ext uri="{FF2B5EF4-FFF2-40B4-BE49-F238E27FC236}">
                <a16:creationId xmlns:a16="http://schemas.microsoft.com/office/drawing/2014/main" id="{04E97430-9EC9-BCBB-659E-A573083E8EC4}"/>
              </a:ext>
            </a:extLst>
          </p:cNvPr>
          <p:cNvSpPr/>
          <p:nvPr/>
        </p:nvSpPr>
        <p:spPr>
          <a:xfrm>
            <a:off x="2965970" y="3032427"/>
            <a:ext cx="288000" cy="288000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矢印: 左右 57">
            <a:extLst>
              <a:ext uri="{FF2B5EF4-FFF2-40B4-BE49-F238E27FC236}">
                <a16:creationId xmlns:a16="http://schemas.microsoft.com/office/drawing/2014/main" id="{7B555D6A-91B9-5E45-E79F-C4F697EE9B3E}"/>
              </a:ext>
            </a:extLst>
          </p:cNvPr>
          <p:cNvSpPr/>
          <p:nvPr/>
        </p:nvSpPr>
        <p:spPr>
          <a:xfrm>
            <a:off x="3429000" y="2883545"/>
            <a:ext cx="381501" cy="127000"/>
          </a:xfrm>
          <a:prstGeom prst="leftRightArrow">
            <a:avLst/>
          </a:prstGeom>
          <a:solidFill>
            <a:schemeClr val="accent6">
              <a:alpha val="7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吹き出し: 四角形 58">
            <a:extLst>
              <a:ext uri="{FF2B5EF4-FFF2-40B4-BE49-F238E27FC236}">
                <a16:creationId xmlns:a16="http://schemas.microsoft.com/office/drawing/2014/main" id="{5C114067-8A58-B6FF-C8DD-508684DD3B2A}"/>
              </a:ext>
            </a:extLst>
          </p:cNvPr>
          <p:cNvSpPr/>
          <p:nvPr/>
        </p:nvSpPr>
        <p:spPr>
          <a:xfrm>
            <a:off x="3429000" y="3599668"/>
            <a:ext cx="1014958" cy="371251"/>
          </a:xfrm>
          <a:prstGeom prst="wedgeRectCallout">
            <a:avLst>
              <a:gd name="adj1" fmla="val -26682"/>
              <a:gd name="adj2" fmla="val -198159"/>
            </a:avLst>
          </a:prstGeom>
          <a:solidFill>
            <a:schemeClr val="accent6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/>
              <a:t>画面スワイプで視点変更</a:t>
            </a:r>
          </a:p>
        </p:txBody>
      </p:sp>
      <p:sp>
        <p:nvSpPr>
          <p:cNvPr id="60" name="吹き出し: 四角形 59">
            <a:extLst>
              <a:ext uri="{FF2B5EF4-FFF2-40B4-BE49-F238E27FC236}">
                <a16:creationId xmlns:a16="http://schemas.microsoft.com/office/drawing/2014/main" id="{C6515709-8E52-4A62-42C0-FE4F8D8D8C00}"/>
              </a:ext>
            </a:extLst>
          </p:cNvPr>
          <p:cNvSpPr/>
          <p:nvPr/>
        </p:nvSpPr>
        <p:spPr>
          <a:xfrm>
            <a:off x="2407579" y="3599668"/>
            <a:ext cx="1014958" cy="371251"/>
          </a:xfrm>
          <a:prstGeom prst="wedgeRectCallout">
            <a:avLst>
              <a:gd name="adj1" fmla="val 18051"/>
              <a:gd name="adj2" fmla="val -122044"/>
            </a:avLst>
          </a:prstGeom>
          <a:solidFill>
            <a:schemeClr val="accent2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/>
              <a:t>左下画面のドラックで移動</a:t>
            </a: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DE0BE99E-A0FA-EBC5-D0D1-B5674EF14D4B}"/>
              </a:ext>
            </a:extLst>
          </p:cNvPr>
          <p:cNvGrpSpPr/>
          <p:nvPr/>
        </p:nvGrpSpPr>
        <p:grpSpPr>
          <a:xfrm>
            <a:off x="5625330" y="2776717"/>
            <a:ext cx="520777" cy="964636"/>
            <a:chOff x="635334" y="3212031"/>
            <a:chExt cx="3098131" cy="5738674"/>
          </a:xfrm>
        </p:grpSpPr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2738AB80-ECCF-5D13-4BD6-72092DFD4B3A}"/>
                </a:ext>
              </a:extLst>
            </p:cNvPr>
            <p:cNvGrpSpPr/>
            <p:nvPr/>
          </p:nvGrpSpPr>
          <p:grpSpPr>
            <a:xfrm>
              <a:off x="635334" y="3212031"/>
              <a:ext cx="3098131" cy="5738674"/>
              <a:chOff x="1879934" y="2328111"/>
              <a:chExt cx="3098131" cy="5738674"/>
            </a:xfrm>
          </p:grpSpPr>
          <p:sp>
            <p:nvSpPr>
              <p:cNvPr id="1030" name="フリーフォーム: 図形 1029">
                <a:extLst>
                  <a:ext uri="{FF2B5EF4-FFF2-40B4-BE49-F238E27FC236}">
                    <a16:creationId xmlns:a16="http://schemas.microsoft.com/office/drawing/2014/main" id="{662C0D0C-0AC7-F0F8-F984-57A4F788CCB2}"/>
                  </a:ext>
                </a:extLst>
              </p:cNvPr>
              <p:cNvSpPr/>
              <p:nvPr/>
            </p:nvSpPr>
            <p:spPr>
              <a:xfrm>
                <a:off x="1999234" y="3482205"/>
                <a:ext cx="2859530" cy="4584580"/>
              </a:xfrm>
              <a:custGeom>
                <a:avLst/>
                <a:gdLst>
                  <a:gd name="connsiteX0" fmla="*/ 2838364 w 2840682"/>
                  <a:gd name="connsiteY0" fmla="*/ 1009674 h 4598651"/>
                  <a:gd name="connsiteX1" fmla="*/ 2618231 w 2840682"/>
                  <a:gd name="connsiteY1" fmla="*/ 1543074 h 4598651"/>
                  <a:gd name="connsiteX2" fmla="*/ 2266864 w 2840682"/>
                  <a:gd name="connsiteY2" fmla="*/ 3985708 h 4598651"/>
                  <a:gd name="connsiteX3" fmla="*/ 1572597 w 2840682"/>
                  <a:gd name="connsiteY3" fmla="*/ 4595308 h 4598651"/>
                  <a:gd name="connsiteX4" fmla="*/ 1106931 w 2840682"/>
                  <a:gd name="connsiteY4" fmla="*/ 4150808 h 4598651"/>
                  <a:gd name="connsiteX5" fmla="*/ 1060364 w 2840682"/>
                  <a:gd name="connsiteY5" fmla="*/ 2614108 h 4598651"/>
                  <a:gd name="connsiteX6" fmla="*/ 391497 w 2840682"/>
                  <a:gd name="connsiteY6" fmla="*/ 1543074 h 4598651"/>
                  <a:gd name="connsiteX7" fmla="*/ 18964 w 2840682"/>
                  <a:gd name="connsiteY7" fmla="*/ 764141 h 4598651"/>
                  <a:gd name="connsiteX8" fmla="*/ 971464 w 2840682"/>
                  <a:gd name="connsiteY8" fmla="*/ 61408 h 4598651"/>
                  <a:gd name="connsiteX9" fmla="*/ 2482764 w 2840682"/>
                  <a:gd name="connsiteY9" fmla="*/ 141841 h 4598651"/>
                  <a:gd name="connsiteX10" fmla="*/ 2838364 w 2840682"/>
                  <a:gd name="connsiteY10" fmla="*/ 1009674 h 4598651"/>
                  <a:gd name="connsiteX0" fmla="*/ 2857414 w 2859530"/>
                  <a:gd name="connsiteY0" fmla="*/ 732079 h 4587756"/>
                  <a:gd name="connsiteX1" fmla="*/ 2618231 w 2859530"/>
                  <a:gd name="connsiteY1" fmla="*/ 1532179 h 4587756"/>
                  <a:gd name="connsiteX2" fmla="*/ 2266864 w 2859530"/>
                  <a:gd name="connsiteY2" fmla="*/ 3974813 h 4587756"/>
                  <a:gd name="connsiteX3" fmla="*/ 1572597 w 2859530"/>
                  <a:gd name="connsiteY3" fmla="*/ 4584413 h 4587756"/>
                  <a:gd name="connsiteX4" fmla="*/ 1106931 w 2859530"/>
                  <a:gd name="connsiteY4" fmla="*/ 4139913 h 4587756"/>
                  <a:gd name="connsiteX5" fmla="*/ 1060364 w 2859530"/>
                  <a:gd name="connsiteY5" fmla="*/ 2603213 h 4587756"/>
                  <a:gd name="connsiteX6" fmla="*/ 391497 w 2859530"/>
                  <a:gd name="connsiteY6" fmla="*/ 1532179 h 4587756"/>
                  <a:gd name="connsiteX7" fmla="*/ 18964 w 2859530"/>
                  <a:gd name="connsiteY7" fmla="*/ 753246 h 4587756"/>
                  <a:gd name="connsiteX8" fmla="*/ 971464 w 2859530"/>
                  <a:gd name="connsiteY8" fmla="*/ 50513 h 4587756"/>
                  <a:gd name="connsiteX9" fmla="*/ 2482764 w 2859530"/>
                  <a:gd name="connsiteY9" fmla="*/ 130946 h 4587756"/>
                  <a:gd name="connsiteX10" fmla="*/ 2857414 w 2859530"/>
                  <a:gd name="connsiteY10" fmla="*/ 732079 h 4587756"/>
                  <a:gd name="connsiteX0" fmla="*/ 2857414 w 2859530"/>
                  <a:gd name="connsiteY0" fmla="*/ 732079 h 4584580"/>
                  <a:gd name="connsiteX1" fmla="*/ 2618231 w 2859530"/>
                  <a:gd name="connsiteY1" fmla="*/ 1532179 h 4584580"/>
                  <a:gd name="connsiteX2" fmla="*/ 2266864 w 2859530"/>
                  <a:gd name="connsiteY2" fmla="*/ 3974813 h 4584580"/>
                  <a:gd name="connsiteX3" fmla="*/ 1572597 w 2859530"/>
                  <a:gd name="connsiteY3" fmla="*/ 4584413 h 4584580"/>
                  <a:gd name="connsiteX4" fmla="*/ 1106931 w 2859530"/>
                  <a:gd name="connsiteY4" fmla="*/ 4139913 h 4584580"/>
                  <a:gd name="connsiteX5" fmla="*/ 1060364 w 2859530"/>
                  <a:gd name="connsiteY5" fmla="*/ 2603213 h 4584580"/>
                  <a:gd name="connsiteX6" fmla="*/ 391497 w 2859530"/>
                  <a:gd name="connsiteY6" fmla="*/ 1532179 h 4584580"/>
                  <a:gd name="connsiteX7" fmla="*/ 18964 w 2859530"/>
                  <a:gd name="connsiteY7" fmla="*/ 753246 h 4584580"/>
                  <a:gd name="connsiteX8" fmla="*/ 971464 w 2859530"/>
                  <a:gd name="connsiteY8" fmla="*/ 50513 h 4584580"/>
                  <a:gd name="connsiteX9" fmla="*/ 2482764 w 2859530"/>
                  <a:gd name="connsiteY9" fmla="*/ 130946 h 4584580"/>
                  <a:gd name="connsiteX10" fmla="*/ 2857414 w 2859530"/>
                  <a:gd name="connsiteY10" fmla="*/ 732079 h 4584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9530" h="4584580">
                    <a:moveTo>
                      <a:pt x="2857414" y="732079"/>
                    </a:moveTo>
                    <a:cubicBezTo>
                      <a:pt x="2879992" y="965618"/>
                      <a:pt x="2716656" y="991723"/>
                      <a:pt x="2618231" y="1532179"/>
                    </a:cubicBezTo>
                    <a:cubicBezTo>
                      <a:pt x="2519806" y="2072635"/>
                      <a:pt x="2441136" y="3466107"/>
                      <a:pt x="2266864" y="3974813"/>
                    </a:cubicBezTo>
                    <a:cubicBezTo>
                      <a:pt x="2092592" y="4483519"/>
                      <a:pt x="1791319" y="4579121"/>
                      <a:pt x="1572597" y="4584413"/>
                    </a:cubicBezTo>
                    <a:cubicBezTo>
                      <a:pt x="1353875" y="4589705"/>
                      <a:pt x="1192303" y="4470113"/>
                      <a:pt x="1106931" y="4139913"/>
                    </a:cubicBezTo>
                    <a:cubicBezTo>
                      <a:pt x="1021559" y="3809713"/>
                      <a:pt x="1179603" y="3037835"/>
                      <a:pt x="1060364" y="2603213"/>
                    </a:cubicBezTo>
                    <a:cubicBezTo>
                      <a:pt x="941125" y="2168591"/>
                      <a:pt x="565064" y="1840507"/>
                      <a:pt x="391497" y="1532179"/>
                    </a:cubicBezTo>
                    <a:cubicBezTo>
                      <a:pt x="217930" y="1223851"/>
                      <a:pt x="-77697" y="1000190"/>
                      <a:pt x="18964" y="753246"/>
                    </a:cubicBezTo>
                    <a:cubicBezTo>
                      <a:pt x="115625" y="506302"/>
                      <a:pt x="560831" y="154230"/>
                      <a:pt x="971464" y="50513"/>
                    </a:cubicBezTo>
                    <a:cubicBezTo>
                      <a:pt x="1382097" y="-53204"/>
                      <a:pt x="2168439" y="17352"/>
                      <a:pt x="2482764" y="130946"/>
                    </a:cubicBezTo>
                    <a:cubicBezTo>
                      <a:pt x="2797089" y="244540"/>
                      <a:pt x="2834836" y="498540"/>
                      <a:pt x="2857414" y="732079"/>
                    </a:cubicBezTo>
                    <a:close/>
                  </a:path>
                </a:pathLst>
              </a:custGeom>
              <a:solidFill>
                <a:srgbClr val="E8E6E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/>
              </a:p>
            </p:txBody>
          </p:sp>
          <p:sp>
            <p:nvSpPr>
              <p:cNvPr id="1031" name="楕円 1030">
                <a:extLst>
                  <a:ext uri="{FF2B5EF4-FFF2-40B4-BE49-F238E27FC236}">
                    <a16:creationId xmlns:a16="http://schemas.microsoft.com/office/drawing/2014/main" id="{393145DF-A707-5227-A1CE-C20F93143653}"/>
                  </a:ext>
                </a:extLst>
              </p:cNvPr>
              <p:cNvSpPr/>
              <p:nvPr/>
            </p:nvSpPr>
            <p:spPr>
              <a:xfrm>
                <a:off x="1879934" y="2328111"/>
                <a:ext cx="3098131" cy="3031958"/>
              </a:xfrm>
              <a:prstGeom prst="ellipse">
                <a:avLst/>
              </a:prstGeom>
              <a:solidFill>
                <a:srgbClr val="837D8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 dirty="0"/>
              </a:p>
            </p:txBody>
          </p:sp>
          <p:sp>
            <p:nvSpPr>
              <p:cNvPr id="1032" name="四角形: 角を丸くする 1031">
                <a:extLst>
                  <a:ext uri="{FF2B5EF4-FFF2-40B4-BE49-F238E27FC236}">
                    <a16:creationId xmlns:a16="http://schemas.microsoft.com/office/drawing/2014/main" id="{D22C1B18-4EF3-6D74-7CFC-CFF6C6270F52}"/>
                  </a:ext>
                </a:extLst>
              </p:cNvPr>
              <p:cNvSpPr/>
              <p:nvPr/>
            </p:nvSpPr>
            <p:spPr>
              <a:xfrm>
                <a:off x="2714710" y="5404519"/>
                <a:ext cx="539750" cy="548606"/>
              </a:xfrm>
              <a:prstGeom prst="roundRect">
                <a:avLst/>
              </a:prstGeom>
              <a:solidFill>
                <a:srgbClr val="ECEAE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/>
              </a:p>
            </p:txBody>
          </p:sp>
        </p:grpSp>
        <p:sp>
          <p:nvSpPr>
            <p:cNvPr id="63" name="楕円 62">
              <a:extLst>
                <a:ext uri="{FF2B5EF4-FFF2-40B4-BE49-F238E27FC236}">
                  <a16:creationId xmlns:a16="http://schemas.microsoft.com/office/drawing/2014/main" id="{D47EFAAF-A2BF-04D6-E937-976F273383BB}"/>
                </a:ext>
              </a:extLst>
            </p:cNvPr>
            <p:cNvSpPr/>
            <p:nvPr/>
          </p:nvSpPr>
          <p:spPr>
            <a:xfrm>
              <a:off x="2345806" y="3900664"/>
              <a:ext cx="720000" cy="720000"/>
            </a:xfrm>
            <a:prstGeom prst="ellipse">
              <a:avLst/>
            </a:prstGeom>
            <a:solidFill>
              <a:srgbClr val="03030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1024" name="楕円 1023">
              <a:extLst>
                <a:ext uri="{FF2B5EF4-FFF2-40B4-BE49-F238E27FC236}">
                  <a16:creationId xmlns:a16="http://schemas.microsoft.com/office/drawing/2014/main" id="{443BA13A-BB3C-3374-5AB1-8EB69AE9A7DE}"/>
                </a:ext>
              </a:extLst>
            </p:cNvPr>
            <p:cNvSpPr/>
            <p:nvPr/>
          </p:nvSpPr>
          <p:spPr>
            <a:xfrm>
              <a:off x="2417806" y="3866574"/>
              <a:ext cx="648000" cy="648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1025" name="楕円 1024">
              <a:extLst>
                <a:ext uri="{FF2B5EF4-FFF2-40B4-BE49-F238E27FC236}">
                  <a16:creationId xmlns:a16="http://schemas.microsoft.com/office/drawing/2014/main" id="{BBEA6027-83AA-DE39-7C1E-4DC8C7E48F34}"/>
                </a:ext>
              </a:extLst>
            </p:cNvPr>
            <p:cNvSpPr/>
            <p:nvPr/>
          </p:nvSpPr>
          <p:spPr>
            <a:xfrm>
              <a:off x="1256570" y="4244574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B</a:t>
              </a:r>
              <a:endParaRPr kumimoji="1" lang="ja-JP" altLang="en-US" sz="800" dirty="0"/>
            </a:p>
          </p:txBody>
        </p:sp>
        <p:sp>
          <p:nvSpPr>
            <p:cNvPr id="1027" name="楕円 1026">
              <a:extLst>
                <a:ext uri="{FF2B5EF4-FFF2-40B4-BE49-F238E27FC236}">
                  <a16:creationId xmlns:a16="http://schemas.microsoft.com/office/drawing/2014/main" id="{D149BBFE-F1AA-C5B9-25C2-7969DA708A6E}"/>
                </a:ext>
              </a:extLst>
            </p:cNvPr>
            <p:cNvSpPr/>
            <p:nvPr/>
          </p:nvSpPr>
          <p:spPr>
            <a:xfrm>
              <a:off x="1644399" y="4955396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A</a:t>
              </a:r>
              <a:endParaRPr kumimoji="1" lang="ja-JP" altLang="en-US" sz="800" dirty="0"/>
            </a:p>
          </p:txBody>
        </p:sp>
        <p:sp>
          <p:nvSpPr>
            <p:cNvPr id="1029" name="楕円 1028">
              <a:extLst>
                <a:ext uri="{FF2B5EF4-FFF2-40B4-BE49-F238E27FC236}">
                  <a16:creationId xmlns:a16="http://schemas.microsoft.com/office/drawing/2014/main" id="{35DEEEE3-6087-4BB9-21DD-2C894DF88A69}"/>
                </a:ext>
              </a:extLst>
            </p:cNvPr>
            <p:cNvSpPr/>
            <p:nvPr/>
          </p:nvSpPr>
          <p:spPr>
            <a:xfrm>
              <a:off x="2586505" y="5059396"/>
              <a:ext cx="432000" cy="432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</p:grpSp>
      <p:grpSp>
        <p:nvGrpSpPr>
          <p:cNvPr id="1033" name="グループ化 1032">
            <a:extLst>
              <a:ext uri="{FF2B5EF4-FFF2-40B4-BE49-F238E27FC236}">
                <a16:creationId xmlns:a16="http://schemas.microsoft.com/office/drawing/2014/main" id="{2C9F1F5B-2B79-B18C-7B72-89B9E7833F76}"/>
              </a:ext>
            </a:extLst>
          </p:cNvPr>
          <p:cNvGrpSpPr/>
          <p:nvPr/>
        </p:nvGrpSpPr>
        <p:grpSpPr>
          <a:xfrm flipH="1">
            <a:off x="5059416" y="2784619"/>
            <a:ext cx="520777" cy="964636"/>
            <a:chOff x="635334" y="3212031"/>
            <a:chExt cx="3098131" cy="5738674"/>
          </a:xfrm>
        </p:grpSpPr>
        <p:grpSp>
          <p:nvGrpSpPr>
            <p:cNvPr id="1034" name="グループ化 1033">
              <a:extLst>
                <a:ext uri="{FF2B5EF4-FFF2-40B4-BE49-F238E27FC236}">
                  <a16:creationId xmlns:a16="http://schemas.microsoft.com/office/drawing/2014/main" id="{C0BB3DB1-41E4-EA62-F9EC-2FC2430A3BBB}"/>
                </a:ext>
              </a:extLst>
            </p:cNvPr>
            <p:cNvGrpSpPr/>
            <p:nvPr/>
          </p:nvGrpSpPr>
          <p:grpSpPr>
            <a:xfrm>
              <a:off x="635334" y="3212031"/>
              <a:ext cx="3098131" cy="5738674"/>
              <a:chOff x="1879934" y="2328111"/>
              <a:chExt cx="3098131" cy="5738674"/>
            </a:xfrm>
          </p:grpSpPr>
          <p:sp>
            <p:nvSpPr>
              <p:cNvPr id="1040" name="フリーフォーム: 図形 1039">
                <a:extLst>
                  <a:ext uri="{FF2B5EF4-FFF2-40B4-BE49-F238E27FC236}">
                    <a16:creationId xmlns:a16="http://schemas.microsoft.com/office/drawing/2014/main" id="{A4F0630E-09EC-749D-B8C3-C4B89D2D2F0A}"/>
                  </a:ext>
                </a:extLst>
              </p:cNvPr>
              <p:cNvSpPr/>
              <p:nvPr/>
            </p:nvSpPr>
            <p:spPr>
              <a:xfrm>
                <a:off x="1999234" y="3482205"/>
                <a:ext cx="2859530" cy="4584580"/>
              </a:xfrm>
              <a:custGeom>
                <a:avLst/>
                <a:gdLst>
                  <a:gd name="connsiteX0" fmla="*/ 2838364 w 2840682"/>
                  <a:gd name="connsiteY0" fmla="*/ 1009674 h 4598651"/>
                  <a:gd name="connsiteX1" fmla="*/ 2618231 w 2840682"/>
                  <a:gd name="connsiteY1" fmla="*/ 1543074 h 4598651"/>
                  <a:gd name="connsiteX2" fmla="*/ 2266864 w 2840682"/>
                  <a:gd name="connsiteY2" fmla="*/ 3985708 h 4598651"/>
                  <a:gd name="connsiteX3" fmla="*/ 1572597 w 2840682"/>
                  <a:gd name="connsiteY3" fmla="*/ 4595308 h 4598651"/>
                  <a:gd name="connsiteX4" fmla="*/ 1106931 w 2840682"/>
                  <a:gd name="connsiteY4" fmla="*/ 4150808 h 4598651"/>
                  <a:gd name="connsiteX5" fmla="*/ 1060364 w 2840682"/>
                  <a:gd name="connsiteY5" fmla="*/ 2614108 h 4598651"/>
                  <a:gd name="connsiteX6" fmla="*/ 391497 w 2840682"/>
                  <a:gd name="connsiteY6" fmla="*/ 1543074 h 4598651"/>
                  <a:gd name="connsiteX7" fmla="*/ 18964 w 2840682"/>
                  <a:gd name="connsiteY7" fmla="*/ 764141 h 4598651"/>
                  <a:gd name="connsiteX8" fmla="*/ 971464 w 2840682"/>
                  <a:gd name="connsiteY8" fmla="*/ 61408 h 4598651"/>
                  <a:gd name="connsiteX9" fmla="*/ 2482764 w 2840682"/>
                  <a:gd name="connsiteY9" fmla="*/ 141841 h 4598651"/>
                  <a:gd name="connsiteX10" fmla="*/ 2838364 w 2840682"/>
                  <a:gd name="connsiteY10" fmla="*/ 1009674 h 4598651"/>
                  <a:gd name="connsiteX0" fmla="*/ 2857414 w 2859530"/>
                  <a:gd name="connsiteY0" fmla="*/ 732079 h 4587756"/>
                  <a:gd name="connsiteX1" fmla="*/ 2618231 w 2859530"/>
                  <a:gd name="connsiteY1" fmla="*/ 1532179 h 4587756"/>
                  <a:gd name="connsiteX2" fmla="*/ 2266864 w 2859530"/>
                  <a:gd name="connsiteY2" fmla="*/ 3974813 h 4587756"/>
                  <a:gd name="connsiteX3" fmla="*/ 1572597 w 2859530"/>
                  <a:gd name="connsiteY3" fmla="*/ 4584413 h 4587756"/>
                  <a:gd name="connsiteX4" fmla="*/ 1106931 w 2859530"/>
                  <a:gd name="connsiteY4" fmla="*/ 4139913 h 4587756"/>
                  <a:gd name="connsiteX5" fmla="*/ 1060364 w 2859530"/>
                  <a:gd name="connsiteY5" fmla="*/ 2603213 h 4587756"/>
                  <a:gd name="connsiteX6" fmla="*/ 391497 w 2859530"/>
                  <a:gd name="connsiteY6" fmla="*/ 1532179 h 4587756"/>
                  <a:gd name="connsiteX7" fmla="*/ 18964 w 2859530"/>
                  <a:gd name="connsiteY7" fmla="*/ 753246 h 4587756"/>
                  <a:gd name="connsiteX8" fmla="*/ 971464 w 2859530"/>
                  <a:gd name="connsiteY8" fmla="*/ 50513 h 4587756"/>
                  <a:gd name="connsiteX9" fmla="*/ 2482764 w 2859530"/>
                  <a:gd name="connsiteY9" fmla="*/ 130946 h 4587756"/>
                  <a:gd name="connsiteX10" fmla="*/ 2857414 w 2859530"/>
                  <a:gd name="connsiteY10" fmla="*/ 732079 h 4587756"/>
                  <a:gd name="connsiteX0" fmla="*/ 2857414 w 2859530"/>
                  <a:gd name="connsiteY0" fmla="*/ 732079 h 4584580"/>
                  <a:gd name="connsiteX1" fmla="*/ 2618231 w 2859530"/>
                  <a:gd name="connsiteY1" fmla="*/ 1532179 h 4584580"/>
                  <a:gd name="connsiteX2" fmla="*/ 2266864 w 2859530"/>
                  <a:gd name="connsiteY2" fmla="*/ 3974813 h 4584580"/>
                  <a:gd name="connsiteX3" fmla="*/ 1572597 w 2859530"/>
                  <a:gd name="connsiteY3" fmla="*/ 4584413 h 4584580"/>
                  <a:gd name="connsiteX4" fmla="*/ 1106931 w 2859530"/>
                  <a:gd name="connsiteY4" fmla="*/ 4139913 h 4584580"/>
                  <a:gd name="connsiteX5" fmla="*/ 1060364 w 2859530"/>
                  <a:gd name="connsiteY5" fmla="*/ 2603213 h 4584580"/>
                  <a:gd name="connsiteX6" fmla="*/ 391497 w 2859530"/>
                  <a:gd name="connsiteY6" fmla="*/ 1532179 h 4584580"/>
                  <a:gd name="connsiteX7" fmla="*/ 18964 w 2859530"/>
                  <a:gd name="connsiteY7" fmla="*/ 753246 h 4584580"/>
                  <a:gd name="connsiteX8" fmla="*/ 971464 w 2859530"/>
                  <a:gd name="connsiteY8" fmla="*/ 50513 h 4584580"/>
                  <a:gd name="connsiteX9" fmla="*/ 2482764 w 2859530"/>
                  <a:gd name="connsiteY9" fmla="*/ 130946 h 4584580"/>
                  <a:gd name="connsiteX10" fmla="*/ 2857414 w 2859530"/>
                  <a:gd name="connsiteY10" fmla="*/ 732079 h 4584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9530" h="4584580">
                    <a:moveTo>
                      <a:pt x="2857414" y="732079"/>
                    </a:moveTo>
                    <a:cubicBezTo>
                      <a:pt x="2879992" y="965618"/>
                      <a:pt x="2716656" y="991723"/>
                      <a:pt x="2618231" y="1532179"/>
                    </a:cubicBezTo>
                    <a:cubicBezTo>
                      <a:pt x="2519806" y="2072635"/>
                      <a:pt x="2441136" y="3466107"/>
                      <a:pt x="2266864" y="3974813"/>
                    </a:cubicBezTo>
                    <a:cubicBezTo>
                      <a:pt x="2092592" y="4483519"/>
                      <a:pt x="1791319" y="4579121"/>
                      <a:pt x="1572597" y="4584413"/>
                    </a:cubicBezTo>
                    <a:cubicBezTo>
                      <a:pt x="1353875" y="4589705"/>
                      <a:pt x="1192303" y="4470113"/>
                      <a:pt x="1106931" y="4139913"/>
                    </a:cubicBezTo>
                    <a:cubicBezTo>
                      <a:pt x="1021559" y="3809713"/>
                      <a:pt x="1179603" y="3037835"/>
                      <a:pt x="1060364" y="2603213"/>
                    </a:cubicBezTo>
                    <a:cubicBezTo>
                      <a:pt x="941125" y="2168591"/>
                      <a:pt x="565064" y="1840507"/>
                      <a:pt x="391497" y="1532179"/>
                    </a:cubicBezTo>
                    <a:cubicBezTo>
                      <a:pt x="217930" y="1223851"/>
                      <a:pt x="-77697" y="1000190"/>
                      <a:pt x="18964" y="753246"/>
                    </a:cubicBezTo>
                    <a:cubicBezTo>
                      <a:pt x="115625" y="506302"/>
                      <a:pt x="560831" y="154230"/>
                      <a:pt x="971464" y="50513"/>
                    </a:cubicBezTo>
                    <a:cubicBezTo>
                      <a:pt x="1382097" y="-53204"/>
                      <a:pt x="2168439" y="17352"/>
                      <a:pt x="2482764" y="130946"/>
                    </a:cubicBezTo>
                    <a:cubicBezTo>
                      <a:pt x="2797089" y="244540"/>
                      <a:pt x="2834836" y="498540"/>
                      <a:pt x="2857414" y="732079"/>
                    </a:cubicBezTo>
                    <a:close/>
                  </a:path>
                </a:pathLst>
              </a:custGeom>
              <a:solidFill>
                <a:srgbClr val="E8E6E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/>
              </a:p>
            </p:txBody>
          </p:sp>
          <p:sp>
            <p:nvSpPr>
              <p:cNvPr id="1041" name="楕円 1040">
                <a:extLst>
                  <a:ext uri="{FF2B5EF4-FFF2-40B4-BE49-F238E27FC236}">
                    <a16:creationId xmlns:a16="http://schemas.microsoft.com/office/drawing/2014/main" id="{3FC836D7-8A11-41A1-0C27-4D97B61B83CC}"/>
                  </a:ext>
                </a:extLst>
              </p:cNvPr>
              <p:cNvSpPr/>
              <p:nvPr/>
            </p:nvSpPr>
            <p:spPr>
              <a:xfrm>
                <a:off x="1879934" y="2328111"/>
                <a:ext cx="3098131" cy="3031958"/>
              </a:xfrm>
              <a:prstGeom prst="ellipse">
                <a:avLst/>
              </a:prstGeom>
              <a:solidFill>
                <a:srgbClr val="837D8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 dirty="0"/>
              </a:p>
            </p:txBody>
          </p:sp>
          <p:sp>
            <p:nvSpPr>
              <p:cNvPr id="1042" name="四角形: 角を丸くする 1041">
                <a:extLst>
                  <a:ext uri="{FF2B5EF4-FFF2-40B4-BE49-F238E27FC236}">
                    <a16:creationId xmlns:a16="http://schemas.microsoft.com/office/drawing/2014/main" id="{2AD6648F-C61A-8D26-AC38-CDACEFB40BBB}"/>
                  </a:ext>
                </a:extLst>
              </p:cNvPr>
              <p:cNvSpPr/>
              <p:nvPr/>
            </p:nvSpPr>
            <p:spPr>
              <a:xfrm>
                <a:off x="2714710" y="5404519"/>
                <a:ext cx="539750" cy="548606"/>
              </a:xfrm>
              <a:prstGeom prst="roundRect">
                <a:avLst/>
              </a:prstGeom>
              <a:solidFill>
                <a:srgbClr val="ECEAE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500"/>
              </a:p>
            </p:txBody>
          </p:sp>
        </p:grpSp>
        <p:sp>
          <p:nvSpPr>
            <p:cNvPr id="1035" name="楕円 1034">
              <a:extLst>
                <a:ext uri="{FF2B5EF4-FFF2-40B4-BE49-F238E27FC236}">
                  <a16:creationId xmlns:a16="http://schemas.microsoft.com/office/drawing/2014/main" id="{87CDDEC3-C9DE-00E6-0144-B65EA1869367}"/>
                </a:ext>
              </a:extLst>
            </p:cNvPr>
            <p:cNvSpPr/>
            <p:nvPr/>
          </p:nvSpPr>
          <p:spPr>
            <a:xfrm>
              <a:off x="2345806" y="3900664"/>
              <a:ext cx="720000" cy="720000"/>
            </a:xfrm>
            <a:prstGeom prst="ellipse">
              <a:avLst/>
            </a:prstGeom>
            <a:solidFill>
              <a:srgbClr val="03030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1036" name="楕円 1035">
              <a:extLst>
                <a:ext uri="{FF2B5EF4-FFF2-40B4-BE49-F238E27FC236}">
                  <a16:creationId xmlns:a16="http://schemas.microsoft.com/office/drawing/2014/main" id="{2E28177B-935B-76B5-36CA-7831DDE1DDC5}"/>
                </a:ext>
              </a:extLst>
            </p:cNvPr>
            <p:cNvSpPr/>
            <p:nvPr/>
          </p:nvSpPr>
          <p:spPr>
            <a:xfrm>
              <a:off x="2417806" y="3866574"/>
              <a:ext cx="648000" cy="648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  <p:sp>
          <p:nvSpPr>
            <p:cNvPr id="1037" name="楕円 1036">
              <a:extLst>
                <a:ext uri="{FF2B5EF4-FFF2-40B4-BE49-F238E27FC236}">
                  <a16:creationId xmlns:a16="http://schemas.microsoft.com/office/drawing/2014/main" id="{D63F0DE9-653E-19FF-FA8D-49551CA75135}"/>
                </a:ext>
              </a:extLst>
            </p:cNvPr>
            <p:cNvSpPr/>
            <p:nvPr/>
          </p:nvSpPr>
          <p:spPr>
            <a:xfrm>
              <a:off x="1256570" y="4244574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800" dirty="0"/>
                <a:t>Y</a:t>
              </a:r>
              <a:endParaRPr kumimoji="1" lang="ja-JP" altLang="en-US" sz="800" dirty="0"/>
            </a:p>
          </p:txBody>
        </p:sp>
        <p:sp>
          <p:nvSpPr>
            <p:cNvPr id="1038" name="楕円 1037">
              <a:extLst>
                <a:ext uri="{FF2B5EF4-FFF2-40B4-BE49-F238E27FC236}">
                  <a16:creationId xmlns:a16="http://schemas.microsoft.com/office/drawing/2014/main" id="{C81860D3-CAF5-93B6-CC4D-BEB7CE693C24}"/>
                </a:ext>
              </a:extLst>
            </p:cNvPr>
            <p:cNvSpPr/>
            <p:nvPr/>
          </p:nvSpPr>
          <p:spPr>
            <a:xfrm>
              <a:off x="1644399" y="4955396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900" dirty="0"/>
                <a:t>X</a:t>
              </a:r>
              <a:endParaRPr kumimoji="1" lang="ja-JP" altLang="en-US" sz="900" dirty="0"/>
            </a:p>
          </p:txBody>
        </p:sp>
        <p:sp>
          <p:nvSpPr>
            <p:cNvPr id="1039" name="楕円 1038">
              <a:extLst>
                <a:ext uri="{FF2B5EF4-FFF2-40B4-BE49-F238E27FC236}">
                  <a16:creationId xmlns:a16="http://schemas.microsoft.com/office/drawing/2014/main" id="{4D6C51A3-9F9F-1CF3-4868-5E3100AE893B}"/>
                </a:ext>
              </a:extLst>
            </p:cNvPr>
            <p:cNvSpPr/>
            <p:nvPr/>
          </p:nvSpPr>
          <p:spPr>
            <a:xfrm>
              <a:off x="2586505" y="5059396"/>
              <a:ext cx="432000" cy="432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500"/>
            </a:p>
          </p:txBody>
        </p:sp>
      </p:grpSp>
      <p:sp>
        <p:nvSpPr>
          <p:cNvPr id="1044" name="吹き出し: 四角形 1043">
            <a:extLst>
              <a:ext uri="{FF2B5EF4-FFF2-40B4-BE49-F238E27FC236}">
                <a16:creationId xmlns:a16="http://schemas.microsoft.com/office/drawing/2014/main" id="{0BE8B766-96D0-3A78-BB73-913CE11C814F}"/>
              </a:ext>
            </a:extLst>
          </p:cNvPr>
          <p:cNvSpPr/>
          <p:nvPr/>
        </p:nvSpPr>
        <p:spPr>
          <a:xfrm>
            <a:off x="4633100" y="3487647"/>
            <a:ext cx="892739" cy="504019"/>
          </a:xfrm>
          <a:prstGeom prst="wedgeRectCallout">
            <a:avLst>
              <a:gd name="adj1" fmla="val 16554"/>
              <a:gd name="adj2" fmla="val -138086"/>
            </a:avLst>
          </a:prstGeom>
          <a:solidFill>
            <a:schemeClr val="accent2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/>
              <a:t>左ジョイスティック</a:t>
            </a:r>
            <a:endParaRPr kumimoji="1" lang="en-US" altLang="ja-JP" sz="1050" b="1" dirty="0"/>
          </a:p>
          <a:p>
            <a:pPr algn="ctr"/>
            <a:r>
              <a:rPr kumimoji="1" lang="ja-JP" altLang="en-US" sz="1050" b="1"/>
              <a:t>で移動</a:t>
            </a:r>
            <a:endParaRPr kumimoji="1" lang="ja-JP" altLang="en-US" sz="1050" b="1" dirty="0"/>
          </a:p>
        </p:txBody>
      </p:sp>
      <p:sp>
        <p:nvSpPr>
          <p:cNvPr id="1045" name="吹き出し: 四角形 1044">
            <a:extLst>
              <a:ext uri="{FF2B5EF4-FFF2-40B4-BE49-F238E27FC236}">
                <a16:creationId xmlns:a16="http://schemas.microsoft.com/office/drawing/2014/main" id="{62B23EAA-AC8D-B64E-B2AE-EF0A856C3921}"/>
              </a:ext>
            </a:extLst>
          </p:cNvPr>
          <p:cNvSpPr/>
          <p:nvPr/>
        </p:nvSpPr>
        <p:spPr>
          <a:xfrm>
            <a:off x="5598922" y="3489769"/>
            <a:ext cx="909828" cy="501897"/>
          </a:xfrm>
          <a:prstGeom prst="wedgeRectCallout">
            <a:avLst>
              <a:gd name="adj1" fmla="val -10397"/>
              <a:gd name="adj2" fmla="val -143755"/>
            </a:avLst>
          </a:prstGeom>
          <a:solidFill>
            <a:schemeClr val="accent6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/>
              <a:t>右ジョイスティック</a:t>
            </a:r>
            <a:endParaRPr kumimoji="1" lang="en-US" altLang="ja-JP" sz="1050" b="1" dirty="0"/>
          </a:p>
          <a:p>
            <a:pPr algn="ctr"/>
            <a:r>
              <a:rPr kumimoji="1" lang="ja-JP" altLang="en-US" sz="1050" b="1"/>
              <a:t>で視点変更</a:t>
            </a:r>
            <a:endParaRPr kumimoji="1" lang="ja-JP" altLang="en-US" sz="1050" b="1" dirty="0"/>
          </a:p>
        </p:txBody>
      </p:sp>
      <p:sp>
        <p:nvSpPr>
          <p:cNvPr id="1046" name="吹き出し: 四角形 1045">
            <a:extLst>
              <a:ext uri="{FF2B5EF4-FFF2-40B4-BE49-F238E27FC236}">
                <a16:creationId xmlns:a16="http://schemas.microsoft.com/office/drawing/2014/main" id="{0E5B8083-D8AC-90B3-559C-EFC227C388A9}"/>
              </a:ext>
            </a:extLst>
          </p:cNvPr>
          <p:cNvSpPr/>
          <p:nvPr/>
        </p:nvSpPr>
        <p:spPr>
          <a:xfrm>
            <a:off x="316370" y="3636034"/>
            <a:ext cx="1014958" cy="371251"/>
          </a:xfrm>
          <a:prstGeom prst="wedgeRectCallout">
            <a:avLst>
              <a:gd name="adj1" fmla="val 16591"/>
              <a:gd name="adj2" fmla="val -82134"/>
            </a:avLst>
          </a:prstGeom>
          <a:solidFill>
            <a:schemeClr val="accent2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/>
              <a:t>キーボードで移動</a:t>
            </a:r>
          </a:p>
        </p:txBody>
      </p:sp>
      <p:sp>
        <p:nvSpPr>
          <p:cNvPr id="1047" name="吹き出し: 四角形 1046">
            <a:extLst>
              <a:ext uri="{FF2B5EF4-FFF2-40B4-BE49-F238E27FC236}">
                <a16:creationId xmlns:a16="http://schemas.microsoft.com/office/drawing/2014/main" id="{07C2052F-FE8E-6FF6-2FE3-E604C466718A}"/>
              </a:ext>
            </a:extLst>
          </p:cNvPr>
          <p:cNvSpPr/>
          <p:nvPr/>
        </p:nvSpPr>
        <p:spPr>
          <a:xfrm>
            <a:off x="1381323" y="3517568"/>
            <a:ext cx="878276" cy="481222"/>
          </a:xfrm>
          <a:prstGeom prst="wedgeRectCallout">
            <a:avLst>
              <a:gd name="adj1" fmla="val 4889"/>
              <a:gd name="adj2" fmla="val -116347"/>
            </a:avLst>
          </a:prstGeom>
          <a:solidFill>
            <a:schemeClr val="accent6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/>
              <a:t>マウスのドラックで</a:t>
            </a:r>
            <a:endParaRPr lang="en-US" altLang="ja-JP" sz="1050" b="1" dirty="0"/>
          </a:p>
          <a:p>
            <a:pPr algn="ctr"/>
            <a:r>
              <a:rPr lang="ja-JP" altLang="en-US" sz="1050" b="1" dirty="0"/>
              <a:t>視点変更</a:t>
            </a:r>
          </a:p>
        </p:txBody>
      </p:sp>
      <p:pic>
        <p:nvPicPr>
          <p:cNvPr id="1052" name="Picture 8" descr="大声をあげる人のイラスト">
            <a:extLst>
              <a:ext uri="{FF2B5EF4-FFF2-40B4-BE49-F238E27FC236}">
                <a16:creationId xmlns:a16="http://schemas.microsoft.com/office/drawing/2014/main" id="{666FF137-EEAB-A1E8-2570-D73CE27C8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0" y="4960427"/>
            <a:ext cx="1369681" cy="122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乗算記号 1047">
            <a:extLst>
              <a:ext uri="{FF2B5EF4-FFF2-40B4-BE49-F238E27FC236}">
                <a16:creationId xmlns:a16="http://schemas.microsoft.com/office/drawing/2014/main" id="{9A9AF890-13A9-B01B-8CCC-05CB3911DD5C}"/>
              </a:ext>
            </a:extLst>
          </p:cNvPr>
          <p:cNvSpPr/>
          <p:nvPr/>
        </p:nvSpPr>
        <p:spPr>
          <a:xfrm>
            <a:off x="367883" y="4657226"/>
            <a:ext cx="1800000" cy="1800000"/>
          </a:xfrm>
          <a:prstGeom prst="mathMultiply">
            <a:avLst>
              <a:gd name="adj1" fmla="val 12313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53" name="Picture 10" descr="男同士の喧嘩のイラスト「友達喧嘩・兄弟喧嘩」">
            <a:extLst>
              <a:ext uri="{FF2B5EF4-FFF2-40B4-BE49-F238E27FC236}">
                <a16:creationId xmlns:a16="http://schemas.microsoft.com/office/drawing/2014/main" id="{C6D7952E-246D-0BEF-270F-3CE5A4987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833" y="4902002"/>
            <a:ext cx="1388583" cy="126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乗算記号 1053">
            <a:extLst>
              <a:ext uri="{FF2B5EF4-FFF2-40B4-BE49-F238E27FC236}">
                <a16:creationId xmlns:a16="http://schemas.microsoft.com/office/drawing/2014/main" id="{5CAE4745-8D00-1F9E-9F97-B3A29632C568}"/>
              </a:ext>
            </a:extLst>
          </p:cNvPr>
          <p:cNvSpPr/>
          <p:nvPr/>
        </p:nvSpPr>
        <p:spPr>
          <a:xfrm>
            <a:off x="2541816" y="4629078"/>
            <a:ext cx="1800000" cy="1800000"/>
          </a:xfrm>
          <a:prstGeom prst="mathMultiply">
            <a:avLst>
              <a:gd name="adj1" fmla="val 12313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55" name="Picture 12" descr="動画撮影OKのイラスト">
            <a:extLst>
              <a:ext uri="{FF2B5EF4-FFF2-40B4-BE49-F238E27FC236}">
                <a16:creationId xmlns:a16="http://schemas.microsoft.com/office/drawing/2014/main" id="{E9BC7B87-EB82-3027-5501-9A3E36702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6" t="17067" r="22071" b="36424"/>
          <a:stretch>
            <a:fillRect/>
          </a:stretch>
        </p:blipFill>
        <p:spPr bwMode="auto">
          <a:xfrm>
            <a:off x="5053604" y="4982673"/>
            <a:ext cx="1194250" cy="111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乗算記号 1055">
            <a:extLst>
              <a:ext uri="{FF2B5EF4-FFF2-40B4-BE49-F238E27FC236}">
                <a16:creationId xmlns:a16="http://schemas.microsoft.com/office/drawing/2014/main" id="{D09918EB-AECD-40ED-8ACF-55E33A3DBB56}"/>
              </a:ext>
            </a:extLst>
          </p:cNvPr>
          <p:cNvSpPr/>
          <p:nvPr/>
        </p:nvSpPr>
        <p:spPr>
          <a:xfrm>
            <a:off x="4629942" y="4638194"/>
            <a:ext cx="1800000" cy="1800000"/>
          </a:xfrm>
          <a:prstGeom prst="mathMultiply">
            <a:avLst>
              <a:gd name="adj1" fmla="val 12313"/>
            </a:avLst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57" name="正方形/長方形 1056">
            <a:extLst>
              <a:ext uri="{FF2B5EF4-FFF2-40B4-BE49-F238E27FC236}">
                <a16:creationId xmlns:a16="http://schemas.microsoft.com/office/drawing/2014/main" id="{5A807D90-71CE-FC16-BF64-BAB3EA286E4A}"/>
              </a:ext>
            </a:extLst>
          </p:cNvPr>
          <p:cNvSpPr/>
          <p:nvPr/>
        </p:nvSpPr>
        <p:spPr>
          <a:xfrm>
            <a:off x="6033947" y="4937483"/>
            <a:ext cx="454438" cy="178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58" name="Picture 14" descr="3D酔いのイラスト（VR）">
            <a:extLst>
              <a:ext uri="{FF2B5EF4-FFF2-40B4-BE49-F238E27FC236}">
                <a16:creationId xmlns:a16="http://schemas.microsoft.com/office/drawing/2014/main" id="{13181DD6-F82D-AF8E-EB29-8E417476A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386" y="7256283"/>
            <a:ext cx="1589545" cy="170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16" descr="リラックスする人のイラスト（若者・男性）">
            <a:extLst>
              <a:ext uri="{FF2B5EF4-FFF2-40B4-BE49-F238E27FC236}">
                <a16:creationId xmlns:a16="http://schemas.microsoft.com/office/drawing/2014/main" id="{2F52BDD9-1A70-2AA0-F30C-E62AF925D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501" y="7322556"/>
            <a:ext cx="1528826" cy="157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矢印: 右 1059">
            <a:extLst>
              <a:ext uri="{FF2B5EF4-FFF2-40B4-BE49-F238E27FC236}">
                <a16:creationId xmlns:a16="http://schemas.microsoft.com/office/drawing/2014/main" id="{A7D371E6-C175-89A8-86D0-370667EBAB02}"/>
              </a:ext>
            </a:extLst>
          </p:cNvPr>
          <p:cNvSpPr/>
          <p:nvPr/>
        </p:nvSpPr>
        <p:spPr>
          <a:xfrm>
            <a:off x="3151310" y="7813118"/>
            <a:ext cx="284480" cy="64458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正方形/長方形 1060">
            <a:extLst>
              <a:ext uri="{FF2B5EF4-FFF2-40B4-BE49-F238E27FC236}">
                <a16:creationId xmlns:a16="http://schemas.microsoft.com/office/drawing/2014/main" id="{13FE072B-AC8C-13CB-FD9E-C71D5B5CE067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860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3F38DA-5D83-D744-7315-DBD6D4B76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627334F-4653-7C49-2902-FFD64D6E42C7}"/>
              </a:ext>
            </a:extLst>
          </p:cNvPr>
          <p:cNvSpPr/>
          <p:nvPr/>
        </p:nvSpPr>
        <p:spPr>
          <a:xfrm>
            <a:off x="137471" y="816944"/>
            <a:ext cx="1998134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kumimoji="1" lang="en-US" altLang="ja-JP" sz="1600" b="1" dirty="0"/>
              <a:t>0.</a:t>
            </a:r>
            <a:r>
              <a:rPr kumimoji="1" lang="ja-JP" altLang="en-US" sz="1600" b="1" dirty="0"/>
              <a:t>はじめに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24A76D-4093-5416-0DA9-649EB507B25D}"/>
              </a:ext>
            </a:extLst>
          </p:cNvPr>
          <p:cNvSpPr/>
          <p:nvPr/>
        </p:nvSpPr>
        <p:spPr>
          <a:xfrm>
            <a:off x="663185" y="159091"/>
            <a:ext cx="5531630" cy="544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 err="1">
                <a:solidFill>
                  <a:sysClr val="windowText" lastClr="000000"/>
                </a:solidFill>
              </a:rPr>
              <a:t>IPTeCA</a:t>
            </a:r>
            <a:r>
              <a:rPr kumimoji="1" lang="ja-JP" altLang="en-US" sz="2000" b="1" dirty="0">
                <a:solidFill>
                  <a:sysClr val="windowText" lastClr="000000"/>
                </a:solidFill>
              </a:rPr>
              <a:t>バーチャル・イノベーション展示館</a:t>
            </a:r>
            <a:endParaRPr kumimoji="1" lang="en-US" altLang="ja-JP" sz="2000" b="1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sz="2000" b="1" dirty="0">
                <a:solidFill>
                  <a:sysClr val="windowText" lastClr="000000"/>
                </a:solidFill>
              </a:rPr>
              <a:t>の回り方</a:t>
            </a:r>
            <a:endParaRPr kumimoji="1" lang="en-US" altLang="ja-JP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AAC412-6BE4-2A79-F36C-0C63581EB7E4}"/>
              </a:ext>
            </a:extLst>
          </p:cNvPr>
          <p:cNvSpPr txBox="1"/>
          <p:nvPr/>
        </p:nvSpPr>
        <p:spPr>
          <a:xfrm>
            <a:off x="137469" y="1250478"/>
            <a:ext cx="6570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en-US" sz="1600" dirty="0"/>
              <a:t>本展示館は、産学官連携の理念のもと、学生と教員、企業が協働して設計・制作した常設オンライン展示です。すべての来場者が安心して体験できるよう、以下のルールへのご理解とご協力をお願いします。</a:t>
            </a:r>
            <a:endParaRPr lang="ja-JP" altLang="en-US" sz="1600" b="1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FE3A81-F290-4C38-A1AE-14464D30669D}"/>
              </a:ext>
            </a:extLst>
          </p:cNvPr>
          <p:cNvSpPr/>
          <p:nvPr/>
        </p:nvSpPr>
        <p:spPr>
          <a:xfrm>
            <a:off x="137469" y="3895731"/>
            <a:ext cx="1998136" cy="279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altLang="ja-JP" sz="1600" b="1" dirty="0"/>
              <a:t>2.</a:t>
            </a:r>
            <a:r>
              <a:rPr lang="ja-JP" altLang="en-US" sz="1600" b="1" dirty="0"/>
              <a:t>マナー・配信</a:t>
            </a:r>
            <a:endParaRPr kumimoji="1" lang="ja-JP" altLang="en-US" sz="1600" b="1" dirty="0"/>
          </a:p>
        </p:txBody>
      </p:sp>
      <p:sp>
        <p:nvSpPr>
          <p:cNvPr id="1061" name="正方形/長方形 1060">
            <a:extLst>
              <a:ext uri="{FF2B5EF4-FFF2-40B4-BE49-F238E27FC236}">
                <a16:creationId xmlns:a16="http://schemas.microsoft.com/office/drawing/2014/main" id="{C8064AF8-5EB7-02AD-CD62-FF6171FFD81C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CE1C8DF3-96AC-FEF9-F5B9-90D6754F5256}"/>
              </a:ext>
            </a:extLst>
          </p:cNvPr>
          <p:cNvGrpSpPr>
            <a:grpSpLocks noChangeAspect="1"/>
          </p:cNvGrpSpPr>
          <p:nvPr/>
        </p:nvGrpSpPr>
        <p:grpSpPr>
          <a:xfrm>
            <a:off x="98886" y="4229415"/>
            <a:ext cx="6660227" cy="4859641"/>
            <a:chOff x="571500" y="914400"/>
            <a:chExt cx="7645400" cy="5578474"/>
          </a:xfrm>
        </p:grpSpPr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5118DBAD-19E4-2EFA-3C18-20930BA48045}"/>
                </a:ext>
              </a:extLst>
            </p:cNvPr>
            <p:cNvGrpSpPr/>
            <p:nvPr/>
          </p:nvGrpSpPr>
          <p:grpSpPr>
            <a:xfrm>
              <a:off x="571500" y="914400"/>
              <a:ext cx="7645400" cy="5578474"/>
              <a:chOff x="571500" y="914400"/>
              <a:chExt cx="7645400" cy="5578474"/>
            </a:xfrm>
          </p:grpSpPr>
          <p:grpSp>
            <p:nvGrpSpPr>
              <p:cNvPr id="1064" name="グループ化 1063">
                <a:extLst>
                  <a:ext uri="{FF2B5EF4-FFF2-40B4-BE49-F238E27FC236}">
                    <a16:creationId xmlns:a16="http://schemas.microsoft.com/office/drawing/2014/main" id="{C5E98A78-DB21-EC87-FB00-CA3597145A6E}"/>
                  </a:ext>
                </a:extLst>
              </p:cNvPr>
              <p:cNvGrpSpPr/>
              <p:nvPr/>
            </p:nvGrpSpPr>
            <p:grpSpPr>
              <a:xfrm>
                <a:off x="571500" y="914400"/>
                <a:ext cx="7645400" cy="5578474"/>
                <a:chOff x="571500" y="914400"/>
                <a:chExt cx="7645400" cy="5578474"/>
              </a:xfrm>
            </p:grpSpPr>
            <p:sp>
              <p:nvSpPr>
                <p:cNvPr id="1067" name="正方形/長方形 1066">
                  <a:extLst>
                    <a:ext uri="{FF2B5EF4-FFF2-40B4-BE49-F238E27FC236}">
                      <a16:creationId xmlns:a16="http://schemas.microsoft.com/office/drawing/2014/main" id="{F004A3A3-4254-2EFB-42BE-6211869CAF77}"/>
                    </a:ext>
                  </a:extLst>
                </p:cNvPr>
                <p:cNvSpPr/>
                <p:nvPr/>
              </p:nvSpPr>
              <p:spPr>
                <a:xfrm>
                  <a:off x="571500" y="914400"/>
                  <a:ext cx="7645400" cy="55784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068" name="Picture 2">
                  <a:extLst>
                    <a:ext uri="{FF2B5EF4-FFF2-40B4-BE49-F238E27FC236}">
                      <a16:creationId xmlns:a16="http://schemas.microsoft.com/office/drawing/2014/main" id="{55D2EB7C-347C-81B9-7637-8CB524C085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602" b="13028"/>
                <a:stretch>
                  <a:fillRect/>
                </a:stretch>
              </p:blipFill>
              <p:spPr bwMode="auto">
                <a:xfrm>
                  <a:off x="1113638" y="968929"/>
                  <a:ext cx="6858000" cy="530603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69" name="楕円 1068">
                  <a:extLst>
                    <a:ext uri="{FF2B5EF4-FFF2-40B4-BE49-F238E27FC236}">
                      <a16:creationId xmlns:a16="http://schemas.microsoft.com/office/drawing/2014/main" id="{5E0E7A9C-3685-1B24-340D-74EDDF027ED5}"/>
                    </a:ext>
                  </a:extLst>
                </p:cNvPr>
                <p:cNvSpPr/>
                <p:nvPr/>
              </p:nvSpPr>
              <p:spPr>
                <a:xfrm>
                  <a:off x="1791049" y="5889071"/>
                  <a:ext cx="226503" cy="113251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70" name="吹き出し: 角を丸めた四角形 1069">
                  <a:extLst>
                    <a:ext uri="{FF2B5EF4-FFF2-40B4-BE49-F238E27FC236}">
                      <a16:creationId xmlns:a16="http://schemas.microsoft.com/office/drawing/2014/main" id="{00BB3C75-7148-873B-B84E-A32AE8BE9E0B}"/>
                    </a:ext>
                  </a:extLst>
                </p:cNvPr>
                <p:cNvSpPr/>
                <p:nvPr/>
              </p:nvSpPr>
              <p:spPr>
                <a:xfrm>
                  <a:off x="615790" y="5729681"/>
                  <a:ext cx="938271" cy="433246"/>
                </a:xfrm>
                <a:prstGeom prst="wedgeRoundRectCallout">
                  <a:avLst>
                    <a:gd name="adj1" fmla="val 76915"/>
                    <a:gd name="adj2" fmla="val -6591"/>
                    <a:gd name="adj3" fmla="val 16667"/>
                  </a:avLst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200" b="1" dirty="0"/>
                    <a:t>Spawn Point</a:t>
                  </a:r>
                  <a:endParaRPr kumimoji="1" lang="ja-JP" altLang="en-US" sz="1200" b="1" dirty="0"/>
                </a:p>
              </p:txBody>
            </p:sp>
            <p:sp>
              <p:nvSpPr>
                <p:cNvPr id="1071" name="吹き出し: 角を丸めた四角形 1070">
                  <a:extLst>
                    <a:ext uri="{FF2B5EF4-FFF2-40B4-BE49-F238E27FC236}">
                      <a16:creationId xmlns:a16="http://schemas.microsoft.com/office/drawing/2014/main" id="{2493CF84-427B-5BEF-2FD4-88CDDFEC1960}"/>
                    </a:ext>
                  </a:extLst>
                </p:cNvPr>
                <p:cNvSpPr/>
                <p:nvPr/>
              </p:nvSpPr>
              <p:spPr>
                <a:xfrm>
                  <a:off x="5093517" y="4215650"/>
                  <a:ext cx="765829" cy="352155"/>
                </a:xfrm>
                <a:prstGeom prst="wedgeRoundRectCallout">
                  <a:avLst>
                    <a:gd name="adj1" fmla="val -75788"/>
                    <a:gd name="adj2" fmla="val -29621"/>
                    <a:gd name="adj3" fmla="val 16667"/>
                  </a:avLst>
                </a:prstGeom>
                <a:solidFill>
                  <a:srgbClr val="FFC000"/>
                </a:solidFill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sz="1200" b="1"/>
                    <a:t>portal</a:t>
                  </a:r>
                  <a:endParaRPr kumimoji="1" lang="ja-JP" altLang="en-US" sz="1200" b="1"/>
                </a:p>
              </p:txBody>
            </p:sp>
          </p:grpSp>
          <p:sp>
            <p:nvSpPr>
              <p:cNvPr id="1065" name="正方形/長方形 12">
                <a:extLst>
                  <a:ext uri="{FF2B5EF4-FFF2-40B4-BE49-F238E27FC236}">
                    <a16:creationId xmlns:a16="http://schemas.microsoft.com/office/drawing/2014/main" id="{42F9A143-700F-D77C-50CF-D7DD4526FADC}"/>
                  </a:ext>
                </a:extLst>
              </p:cNvPr>
              <p:cNvSpPr/>
              <p:nvPr/>
            </p:nvSpPr>
            <p:spPr>
              <a:xfrm>
                <a:off x="4278841" y="2717826"/>
                <a:ext cx="361949" cy="452437"/>
              </a:xfrm>
              <a:custGeom>
                <a:avLst/>
                <a:gdLst>
                  <a:gd name="connsiteX0" fmla="*/ 0 w 454025"/>
                  <a:gd name="connsiteY0" fmla="*/ 0 h 377825"/>
                  <a:gd name="connsiteX1" fmla="*/ 454025 w 454025"/>
                  <a:gd name="connsiteY1" fmla="*/ 0 h 377825"/>
                  <a:gd name="connsiteX2" fmla="*/ 454025 w 454025"/>
                  <a:gd name="connsiteY2" fmla="*/ 377825 h 377825"/>
                  <a:gd name="connsiteX3" fmla="*/ 0 w 454025"/>
                  <a:gd name="connsiteY3" fmla="*/ 377825 h 377825"/>
                  <a:gd name="connsiteX4" fmla="*/ 0 w 454025"/>
                  <a:gd name="connsiteY4" fmla="*/ 0 h 377825"/>
                  <a:gd name="connsiteX0" fmla="*/ 39688 w 454025"/>
                  <a:gd name="connsiteY0" fmla="*/ 0 h 606425"/>
                  <a:gd name="connsiteX1" fmla="*/ 454025 w 454025"/>
                  <a:gd name="connsiteY1" fmla="*/ 228600 h 606425"/>
                  <a:gd name="connsiteX2" fmla="*/ 454025 w 454025"/>
                  <a:gd name="connsiteY2" fmla="*/ 606425 h 606425"/>
                  <a:gd name="connsiteX3" fmla="*/ 0 w 454025"/>
                  <a:gd name="connsiteY3" fmla="*/ 606425 h 606425"/>
                  <a:gd name="connsiteX4" fmla="*/ 39688 w 454025"/>
                  <a:gd name="connsiteY4" fmla="*/ 0 h 606425"/>
                  <a:gd name="connsiteX0" fmla="*/ 39688 w 454025"/>
                  <a:gd name="connsiteY0" fmla="*/ 0 h 606425"/>
                  <a:gd name="connsiteX1" fmla="*/ 396875 w 454025"/>
                  <a:gd name="connsiteY1" fmla="*/ 185738 h 606425"/>
                  <a:gd name="connsiteX2" fmla="*/ 454025 w 454025"/>
                  <a:gd name="connsiteY2" fmla="*/ 606425 h 606425"/>
                  <a:gd name="connsiteX3" fmla="*/ 0 w 454025"/>
                  <a:gd name="connsiteY3" fmla="*/ 606425 h 606425"/>
                  <a:gd name="connsiteX4" fmla="*/ 39688 w 454025"/>
                  <a:gd name="connsiteY4" fmla="*/ 0 h 606425"/>
                  <a:gd name="connsiteX0" fmla="*/ 39688 w 396875"/>
                  <a:gd name="connsiteY0" fmla="*/ 0 h 606425"/>
                  <a:gd name="connsiteX1" fmla="*/ 396875 w 396875"/>
                  <a:gd name="connsiteY1" fmla="*/ 185738 h 606425"/>
                  <a:gd name="connsiteX2" fmla="*/ 307975 w 396875"/>
                  <a:gd name="connsiteY2" fmla="*/ 420687 h 606425"/>
                  <a:gd name="connsiteX3" fmla="*/ 0 w 396875"/>
                  <a:gd name="connsiteY3" fmla="*/ 606425 h 606425"/>
                  <a:gd name="connsiteX4" fmla="*/ 39688 w 396875"/>
                  <a:gd name="connsiteY4" fmla="*/ 0 h 606425"/>
                  <a:gd name="connsiteX0" fmla="*/ 0 w 357187"/>
                  <a:gd name="connsiteY0" fmla="*/ 0 h 420687"/>
                  <a:gd name="connsiteX1" fmla="*/ 357187 w 357187"/>
                  <a:gd name="connsiteY1" fmla="*/ 185738 h 420687"/>
                  <a:gd name="connsiteX2" fmla="*/ 268287 w 357187"/>
                  <a:gd name="connsiteY2" fmla="*/ 420687 h 420687"/>
                  <a:gd name="connsiteX3" fmla="*/ 107949 w 357187"/>
                  <a:gd name="connsiteY3" fmla="*/ 317500 h 420687"/>
                  <a:gd name="connsiteX4" fmla="*/ 0 w 357187"/>
                  <a:gd name="connsiteY4" fmla="*/ 0 h 420687"/>
                  <a:gd name="connsiteX0" fmla="*/ 0 w 357187"/>
                  <a:gd name="connsiteY0" fmla="*/ 0 h 420687"/>
                  <a:gd name="connsiteX1" fmla="*/ 357187 w 357187"/>
                  <a:gd name="connsiteY1" fmla="*/ 185738 h 420687"/>
                  <a:gd name="connsiteX2" fmla="*/ 268287 w 357187"/>
                  <a:gd name="connsiteY2" fmla="*/ 420687 h 420687"/>
                  <a:gd name="connsiteX3" fmla="*/ 23812 w 357187"/>
                  <a:gd name="connsiteY3" fmla="*/ 266700 h 420687"/>
                  <a:gd name="connsiteX4" fmla="*/ 0 w 357187"/>
                  <a:gd name="connsiteY4" fmla="*/ 0 h 420687"/>
                  <a:gd name="connsiteX0" fmla="*/ 0 w 369887"/>
                  <a:gd name="connsiteY0" fmla="*/ 0 h 461962"/>
                  <a:gd name="connsiteX1" fmla="*/ 357187 w 369887"/>
                  <a:gd name="connsiteY1" fmla="*/ 185738 h 461962"/>
                  <a:gd name="connsiteX2" fmla="*/ 369887 w 369887"/>
                  <a:gd name="connsiteY2" fmla="*/ 461962 h 461962"/>
                  <a:gd name="connsiteX3" fmla="*/ 23812 w 369887"/>
                  <a:gd name="connsiteY3" fmla="*/ 266700 h 461962"/>
                  <a:gd name="connsiteX4" fmla="*/ 0 w 369887"/>
                  <a:gd name="connsiteY4" fmla="*/ 0 h 461962"/>
                  <a:gd name="connsiteX0" fmla="*/ 0 w 369887"/>
                  <a:gd name="connsiteY0" fmla="*/ 0 h 461962"/>
                  <a:gd name="connsiteX1" fmla="*/ 342899 w 369887"/>
                  <a:gd name="connsiteY1" fmla="*/ 184151 h 461962"/>
                  <a:gd name="connsiteX2" fmla="*/ 369887 w 369887"/>
                  <a:gd name="connsiteY2" fmla="*/ 461962 h 461962"/>
                  <a:gd name="connsiteX3" fmla="*/ 23812 w 369887"/>
                  <a:gd name="connsiteY3" fmla="*/ 266700 h 461962"/>
                  <a:gd name="connsiteX4" fmla="*/ 0 w 369887"/>
                  <a:gd name="connsiteY4" fmla="*/ 0 h 461962"/>
                  <a:gd name="connsiteX0" fmla="*/ 0 w 361949"/>
                  <a:gd name="connsiteY0" fmla="*/ 0 h 452437"/>
                  <a:gd name="connsiteX1" fmla="*/ 342899 w 361949"/>
                  <a:gd name="connsiteY1" fmla="*/ 184151 h 452437"/>
                  <a:gd name="connsiteX2" fmla="*/ 361949 w 361949"/>
                  <a:gd name="connsiteY2" fmla="*/ 452437 h 452437"/>
                  <a:gd name="connsiteX3" fmla="*/ 23812 w 361949"/>
                  <a:gd name="connsiteY3" fmla="*/ 266700 h 452437"/>
                  <a:gd name="connsiteX4" fmla="*/ 0 w 361949"/>
                  <a:gd name="connsiteY4" fmla="*/ 0 h 4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49" h="452437">
                    <a:moveTo>
                      <a:pt x="0" y="0"/>
                    </a:moveTo>
                    <a:lnTo>
                      <a:pt x="342899" y="184151"/>
                    </a:lnTo>
                    <a:lnTo>
                      <a:pt x="361949" y="452437"/>
                    </a:lnTo>
                    <a:lnTo>
                      <a:pt x="23812" y="266700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1">
                <a:blip r:embed="rId3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66" name="正方形/長方形 12">
                <a:extLst>
                  <a:ext uri="{FF2B5EF4-FFF2-40B4-BE49-F238E27FC236}">
                    <a16:creationId xmlns:a16="http://schemas.microsoft.com/office/drawing/2014/main" id="{6B1CCF96-D363-215B-239E-4C852FB5D1BC}"/>
                  </a:ext>
                </a:extLst>
              </p:cNvPr>
              <p:cNvSpPr/>
              <p:nvPr/>
            </p:nvSpPr>
            <p:spPr>
              <a:xfrm>
                <a:off x="4761730" y="2726557"/>
                <a:ext cx="331787" cy="434974"/>
              </a:xfrm>
              <a:custGeom>
                <a:avLst/>
                <a:gdLst>
                  <a:gd name="connsiteX0" fmla="*/ 0 w 454025"/>
                  <a:gd name="connsiteY0" fmla="*/ 0 h 377825"/>
                  <a:gd name="connsiteX1" fmla="*/ 454025 w 454025"/>
                  <a:gd name="connsiteY1" fmla="*/ 0 h 377825"/>
                  <a:gd name="connsiteX2" fmla="*/ 454025 w 454025"/>
                  <a:gd name="connsiteY2" fmla="*/ 377825 h 377825"/>
                  <a:gd name="connsiteX3" fmla="*/ 0 w 454025"/>
                  <a:gd name="connsiteY3" fmla="*/ 377825 h 377825"/>
                  <a:gd name="connsiteX4" fmla="*/ 0 w 454025"/>
                  <a:gd name="connsiteY4" fmla="*/ 0 h 377825"/>
                  <a:gd name="connsiteX0" fmla="*/ 39688 w 454025"/>
                  <a:gd name="connsiteY0" fmla="*/ 0 h 606425"/>
                  <a:gd name="connsiteX1" fmla="*/ 454025 w 454025"/>
                  <a:gd name="connsiteY1" fmla="*/ 228600 h 606425"/>
                  <a:gd name="connsiteX2" fmla="*/ 454025 w 454025"/>
                  <a:gd name="connsiteY2" fmla="*/ 606425 h 606425"/>
                  <a:gd name="connsiteX3" fmla="*/ 0 w 454025"/>
                  <a:gd name="connsiteY3" fmla="*/ 606425 h 606425"/>
                  <a:gd name="connsiteX4" fmla="*/ 39688 w 454025"/>
                  <a:gd name="connsiteY4" fmla="*/ 0 h 606425"/>
                  <a:gd name="connsiteX0" fmla="*/ 39688 w 454025"/>
                  <a:gd name="connsiteY0" fmla="*/ 0 h 606425"/>
                  <a:gd name="connsiteX1" fmla="*/ 396875 w 454025"/>
                  <a:gd name="connsiteY1" fmla="*/ 185738 h 606425"/>
                  <a:gd name="connsiteX2" fmla="*/ 454025 w 454025"/>
                  <a:gd name="connsiteY2" fmla="*/ 606425 h 606425"/>
                  <a:gd name="connsiteX3" fmla="*/ 0 w 454025"/>
                  <a:gd name="connsiteY3" fmla="*/ 606425 h 606425"/>
                  <a:gd name="connsiteX4" fmla="*/ 39688 w 454025"/>
                  <a:gd name="connsiteY4" fmla="*/ 0 h 606425"/>
                  <a:gd name="connsiteX0" fmla="*/ 39688 w 396875"/>
                  <a:gd name="connsiteY0" fmla="*/ 0 h 606425"/>
                  <a:gd name="connsiteX1" fmla="*/ 396875 w 396875"/>
                  <a:gd name="connsiteY1" fmla="*/ 185738 h 606425"/>
                  <a:gd name="connsiteX2" fmla="*/ 307975 w 396875"/>
                  <a:gd name="connsiteY2" fmla="*/ 420687 h 606425"/>
                  <a:gd name="connsiteX3" fmla="*/ 0 w 396875"/>
                  <a:gd name="connsiteY3" fmla="*/ 606425 h 606425"/>
                  <a:gd name="connsiteX4" fmla="*/ 39688 w 396875"/>
                  <a:gd name="connsiteY4" fmla="*/ 0 h 606425"/>
                  <a:gd name="connsiteX0" fmla="*/ 0 w 357187"/>
                  <a:gd name="connsiteY0" fmla="*/ 0 h 420687"/>
                  <a:gd name="connsiteX1" fmla="*/ 357187 w 357187"/>
                  <a:gd name="connsiteY1" fmla="*/ 185738 h 420687"/>
                  <a:gd name="connsiteX2" fmla="*/ 268287 w 357187"/>
                  <a:gd name="connsiteY2" fmla="*/ 420687 h 420687"/>
                  <a:gd name="connsiteX3" fmla="*/ 107949 w 357187"/>
                  <a:gd name="connsiteY3" fmla="*/ 317500 h 420687"/>
                  <a:gd name="connsiteX4" fmla="*/ 0 w 357187"/>
                  <a:gd name="connsiteY4" fmla="*/ 0 h 420687"/>
                  <a:gd name="connsiteX0" fmla="*/ 0 w 357187"/>
                  <a:gd name="connsiteY0" fmla="*/ 0 h 420687"/>
                  <a:gd name="connsiteX1" fmla="*/ 357187 w 357187"/>
                  <a:gd name="connsiteY1" fmla="*/ 185738 h 420687"/>
                  <a:gd name="connsiteX2" fmla="*/ 268287 w 357187"/>
                  <a:gd name="connsiteY2" fmla="*/ 420687 h 420687"/>
                  <a:gd name="connsiteX3" fmla="*/ 23812 w 357187"/>
                  <a:gd name="connsiteY3" fmla="*/ 266700 h 420687"/>
                  <a:gd name="connsiteX4" fmla="*/ 0 w 357187"/>
                  <a:gd name="connsiteY4" fmla="*/ 0 h 420687"/>
                  <a:gd name="connsiteX0" fmla="*/ 0 w 369887"/>
                  <a:gd name="connsiteY0" fmla="*/ 0 h 461962"/>
                  <a:gd name="connsiteX1" fmla="*/ 357187 w 369887"/>
                  <a:gd name="connsiteY1" fmla="*/ 185738 h 461962"/>
                  <a:gd name="connsiteX2" fmla="*/ 369887 w 369887"/>
                  <a:gd name="connsiteY2" fmla="*/ 461962 h 461962"/>
                  <a:gd name="connsiteX3" fmla="*/ 23812 w 369887"/>
                  <a:gd name="connsiteY3" fmla="*/ 266700 h 461962"/>
                  <a:gd name="connsiteX4" fmla="*/ 0 w 369887"/>
                  <a:gd name="connsiteY4" fmla="*/ 0 h 461962"/>
                  <a:gd name="connsiteX0" fmla="*/ 0 w 369887"/>
                  <a:gd name="connsiteY0" fmla="*/ 0 h 461962"/>
                  <a:gd name="connsiteX1" fmla="*/ 342899 w 369887"/>
                  <a:gd name="connsiteY1" fmla="*/ 184151 h 461962"/>
                  <a:gd name="connsiteX2" fmla="*/ 369887 w 369887"/>
                  <a:gd name="connsiteY2" fmla="*/ 461962 h 461962"/>
                  <a:gd name="connsiteX3" fmla="*/ 23812 w 369887"/>
                  <a:gd name="connsiteY3" fmla="*/ 266700 h 461962"/>
                  <a:gd name="connsiteX4" fmla="*/ 0 w 369887"/>
                  <a:gd name="connsiteY4" fmla="*/ 0 h 461962"/>
                  <a:gd name="connsiteX0" fmla="*/ 0 w 361949"/>
                  <a:gd name="connsiteY0" fmla="*/ 0 h 452437"/>
                  <a:gd name="connsiteX1" fmla="*/ 342899 w 361949"/>
                  <a:gd name="connsiteY1" fmla="*/ 184151 h 452437"/>
                  <a:gd name="connsiteX2" fmla="*/ 361949 w 361949"/>
                  <a:gd name="connsiteY2" fmla="*/ 452437 h 452437"/>
                  <a:gd name="connsiteX3" fmla="*/ 23812 w 361949"/>
                  <a:gd name="connsiteY3" fmla="*/ 266700 h 452437"/>
                  <a:gd name="connsiteX4" fmla="*/ 0 w 361949"/>
                  <a:gd name="connsiteY4" fmla="*/ 0 h 452437"/>
                  <a:gd name="connsiteX0" fmla="*/ 0 w 415924"/>
                  <a:gd name="connsiteY0" fmla="*/ 0 h 438150"/>
                  <a:gd name="connsiteX1" fmla="*/ 396874 w 415924"/>
                  <a:gd name="connsiteY1" fmla="*/ 169864 h 438150"/>
                  <a:gd name="connsiteX2" fmla="*/ 415924 w 415924"/>
                  <a:gd name="connsiteY2" fmla="*/ 438150 h 438150"/>
                  <a:gd name="connsiteX3" fmla="*/ 77787 w 415924"/>
                  <a:gd name="connsiteY3" fmla="*/ 252413 h 438150"/>
                  <a:gd name="connsiteX4" fmla="*/ 0 w 415924"/>
                  <a:gd name="connsiteY4" fmla="*/ 0 h 438150"/>
                  <a:gd name="connsiteX0" fmla="*/ 0 w 415924"/>
                  <a:gd name="connsiteY0" fmla="*/ 163511 h 601661"/>
                  <a:gd name="connsiteX1" fmla="*/ 279399 w 415924"/>
                  <a:gd name="connsiteY1" fmla="*/ 0 h 601661"/>
                  <a:gd name="connsiteX2" fmla="*/ 415924 w 415924"/>
                  <a:gd name="connsiteY2" fmla="*/ 601661 h 601661"/>
                  <a:gd name="connsiteX3" fmla="*/ 77787 w 415924"/>
                  <a:gd name="connsiteY3" fmla="*/ 415924 h 601661"/>
                  <a:gd name="connsiteX4" fmla="*/ 0 w 415924"/>
                  <a:gd name="connsiteY4" fmla="*/ 163511 h 601661"/>
                  <a:gd name="connsiteX0" fmla="*/ 52388 w 468312"/>
                  <a:gd name="connsiteY0" fmla="*/ 163511 h 601661"/>
                  <a:gd name="connsiteX1" fmla="*/ 331787 w 468312"/>
                  <a:gd name="connsiteY1" fmla="*/ 0 h 601661"/>
                  <a:gd name="connsiteX2" fmla="*/ 468312 w 468312"/>
                  <a:gd name="connsiteY2" fmla="*/ 601661 h 601661"/>
                  <a:gd name="connsiteX3" fmla="*/ 0 w 468312"/>
                  <a:gd name="connsiteY3" fmla="*/ 434974 h 601661"/>
                  <a:gd name="connsiteX4" fmla="*/ 52388 w 468312"/>
                  <a:gd name="connsiteY4" fmla="*/ 163511 h 601661"/>
                  <a:gd name="connsiteX0" fmla="*/ 52388 w 331787"/>
                  <a:gd name="connsiteY0" fmla="*/ 163511 h 434974"/>
                  <a:gd name="connsiteX1" fmla="*/ 331787 w 331787"/>
                  <a:gd name="connsiteY1" fmla="*/ 0 h 434974"/>
                  <a:gd name="connsiteX2" fmla="*/ 292099 w 331787"/>
                  <a:gd name="connsiteY2" fmla="*/ 265111 h 434974"/>
                  <a:gd name="connsiteX3" fmla="*/ 0 w 331787"/>
                  <a:gd name="connsiteY3" fmla="*/ 434974 h 434974"/>
                  <a:gd name="connsiteX4" fmla="*/ 52388 w 331787"/>
                  <a:gd name="connsiteY4" fmla="*/ 163511 h 434974"/>
                  <a:gd name="connsiteX0" fmla="*/ 52388 w 331787"/>
                  <a:gd name="connsiteY0" fmla="*/ 163511 h 434974"/>
                  <a:gd name="connsiteX1" fmla="*/ 331787 w 331787"/>
                  <a:gd name="connsiteY1" fmla="*/ 0 h 434974"/>
                  <a:gd name="connsiteX2" fmla="*/ 257174 w 331787"/>
                  <a:gd name="connsiteY2" fmla="*/ 268286 h 434974"/>
                  <a:gd name="connsiteX3" fmla="*/ 0 w 331787"/>
                  <a:gd name="connsiteY3" fmla="*/ 434974 h 434974"/>
                  <a:gd name="connsiteX4" fmla="*/ 52388 w 331787"/>
                  <a:gd name="connsiteY4" fmla="*/ 163511 h 434974"/>
                  <a:gd name="connsiteX0" fmla="*/ 52388 w 331787"/>
                  <a:gd name="connsiteY0" fmla="*/ 163511 h 434974"/>
                  <a:gd name="connsiteX1" fmla="*/ 331787 w 331787"/>
                  <a:gd name="connsiteY1" fmla="*/ 0 h 434974"/>
                  <a:gd name="connsiteX2" fmla="*/ 266699 w 331787"/>
                  <a:gd name="connsiteY2" fmla="*/ 273048 h 434974"/>
                  <a:gd name="connsiteX3" fmla="*/ 0 w 331787"/>
                  <a:gd name="connsiteY3" fmla="*/ 434974 h 434974"/>
                  <a:gd name="connsiteX4" fmla="*/ 52388 w 331787"/>
                  <a:gd name="connsiteY4" fmla="*/ 163511 h 43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1787" h="434974">
                    <a:moveTo>
                      <a:pt x="52388" y="163511"/>
                    </a:moveTo>
                    <a:lnTo>
                      <a:pt x="331787" y="0"/>
                    </a:lnTo>
                    <a:lnTo>
                      <a:pt x="266699" y="273048"/>
                    </a:lnTo>
                    <a:lnTo>
                      <a:pt x="0" y="434974"/>
                    </a:lnTo>
                    <a:lnTo>
                      <a:pt x="52388" y="163511"/>
                    </a:lnTo>
                    <a:close/>
                  </a:path>
                </a:pathLst>
              </a:custGeom>
              <a:blipFill dpi="0" rotWithShape="1">
                <a:blip r:embed="rId4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043" name="テキスト ボックス 1042">
              <a:extLst>
                <a:ext uri="{FF2B5EF4-FFF2-40B4-BE49-F238E27FC236}">
                  <a16:creationId xmlns:a16="http://schemas.microsoft.com/office/drawing/2014/main" id="{3CD921E9-8B34-E849-9B09-9E8BBC4BF25D}"/>
                </a:ext>
              </a:extLst>
            </p:cNvPr>
            <p:cNvSpPr txBox="1"/>
            <p:nvPr/>
          </p:nvSpPr>
          <p:spPr>
            <a:xfrm>
              <a:off x="1202130" y="4673600"/>
              <a:ext cx="1125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/>
                <a:t>Entrance</a:t>
              </a:r>
              <a:endParaRPr kumimoji="1" lang="ja-JP" altLang="en-US" b="1"/>
            </a:p>
          </p:txBody>
        </p:sp>
        <p:sp>
          <p:nvSpPr>
            <p:cNvPr id="1049" name="テキスト ボックス 1048">
              <a:extLst>
                <a:ext uri="{FF2B5EF4-FFF2-40B4-BE49-F238E27FC236}">
                  <a16:creationId xmlns:a16="http://schemas.microsoft.com/office/drawing/2014/main" id="{C4AD3700-3144-EF7C-09BC-8321C2393B6D}"/>
                </a:ext>
              </a:extLst>
            </p:cNvPr>
            <p:cNvSpPr txBox="1"/>
            <p:nvPr/>
          </p:nvSpPr>
          <p:spPr>
            <a:xfrm>
              <a:off x="4203700" y="4558559"/>
              <a:ext cx="1376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/>
                <a:t>Main Lobby</a:t>
              </a:r>
              <a:endParaRPr kumimoji="1" lang="ja-JP" altLang="en-US" b="1"/>
            </a:p>
          </p:txBody>
        </p:sp>
        <p:sp>
          <p:nvSpPr>
            <p:cNvPr id="1050" name="テキスト ボックス 1049">
              <a:extLst>
                <a:ext uri="{FF2B5EF4-FFF2-40B4-BE49-F238E27FC236}">
                  <a16:creationId xmlns:a16="http://schemas.microsoft.com/office/drawing/2014/main" id="{751BD239-C51C-5FC6-4B3E-13571B5439D0}"/>
                </a:ext>
              </a:extLst>
            </p:cNvPr>
            <p:cNvSpPr txBox="1"/>
            <p:nvPr/>
          </p:nvSpPr>
          <p:spPr>
            <a:xfrm>
              <a:off x="1076850" y="3334305"/>
              <a:ext cx="1509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 dirty="0"/>
                <a:t>Poster Area1</a:t>
              </a:r>
              <a:endParaRPr kumimoji="1" lang="ja-JP" altLang="en-US" b="1" dirty="0"/>
            </a:p>
          </p:txBody>
        </p:sp>
        <p:sp>
          <p:nvSpPr>
            <p:cNvPr id="1051" name="テキスト ボックス 1050">
              <a:extLst>
                <a:ext uri="{FF2B5EF4-FFF2-40B4-BE49-F238E27FC236}">
                  <a16:creationId xmlns:a16="http://schemas.microsoft.com/office/drawing/2014/main" id="{D2A13095-1D7E-38CE-7BA4-7905896D770A}"/>
                </a:ext>
              </a:extLst>
            </p:cNvPr>
            <p:cNvSpPr txBox="1"/>
            <p:nvPr/>
          </p:nvSpPr>
          <p:spPr>
            <a:xfrm>
              <a:off x="5436766" y="1391125"/>
              <a:ext cx="1509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/>
                <a:t>Poster Area2</a:t>
              </a:r>
              <a:endParaRPr kumimoji="1" lang="ja-JP" altLang="en-US" b="1"/>
            </a:p>
          </p:txBody>
        </p:sp>
        <p:sp>
          <p:nvSpPr>
            <p:cNvPr id="1062" name="テキスト ボックス 1061">
              <a:extLst>
                <a:ext uri="{FF2B5EF4-FFF2-40B4-BE49-F238E27FC236}">
                  <a16:creationId xmlns:a16="http://schemas.microsoft.com/office/drawing/2014/main" id="{383711DF-7130-33C3-969E-6FF87EB1EE26}"/>
                </a:ext>
              </a:extLst>
            </p:cNvPr>
            <p:cNvSpPr txBox="1"/>
            <p:nvPr/>
          </p:nvSpPr>
          <p:spPr>
            <a:xfrm>
              <a:off x="6461673" y="3846318"/>
              <a:ext cx="1509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/>
                <a:t>Poster Area3</a:t>
              </a:r>
              <a:endParaRPr kumimoji="1" lang="ja-JP" altLang="en-US" b="1"/>
            </a:p>
          </p:txBody>
        </p:sp>
        <p:sp>
          <p:nvSpPr>
            <p:cNvPr id="1063" name="テキスト ボックス 1062">
              <a:extLst>
                <a:ext uri="{FF2B5EF4-FFF2-40B4-BE49-F238E27FC236}">
                  <a16:creationId xmlns:a16="http://schemas.microsoft.com/office/drawing/2014/main" id="{BB57A722-CC0A-B1E6-836B-6624070B360F}"/>
                </a:ext>
              </a:extLst>
            </p:cNvPr>
            <p:cNvSpPr txBox="1"/>
            <p:nvPr/>
          </p:nvSpPr>
          <p:spPr>
            <a:xfrm>
              <a:off x="5269801" y="5793595"/>
              <a:ext cx="1509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b="1"/>
                <a:t>Poster Area4</a:t>
              </a:r>
              <a:endParaRPr kumimoji="1" lang="ja-JP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165521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taQuest33S用コントローラー本体">
            <a:extLst>
              <a:ext uri="{FF2B5EF4-FFF2-40B4-BE49-F238E27FC236}">
                <a16:creationId xmlns:a16="http://schemas.microsoft.com/office/drawing/2014/main" id="{31FB92AA-7B73-A0F2-D3FD-D37478542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5EB5E86-29EE-085C-FB95-E90F983FDCA4}"/>
              </a:ext>
            </a:extLst>
          </p:cNvPr>
          <p:cNvGrpSpPr/>
          <p:nvPr/>
        </p:nvGrpSpPr>
        <p:grpSpPr>
          <a:xfrm>
            <a:off x="5369894" y="2754831"/>
            <a:ext cx="3098131" cy="5738674"/>
            <a:chOff x="635334" y="3212031"/>
            <a:chExt cx="3098131" cy="5738674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7A747BE-585A-65C5-8A0A-25A1A14FF45E}"/>
                </a:ext>
              </a:extLst>
            </p:cNvPr>
            <p:cNvGrpSpPr/>
            <p:nvPr/>
          </p:nvGrpSpPr>
          <p:grpSpPr>
            <a:xfrm>
              <a:off x="635334" y="3212031"/>
              <a:ext cx="3098131" cy="5738674"/>
              <a:chOff x="1879934" y="2328111"/>
              <a:chExt cx="3098131" cy="5738674"/>
            </a:xfrm>
          </p:grpSpPr>
          <p:sp>
            <p:nvSpPr>
              <p:cNvPr id="5" name="フリーフォーム: 図形 4">
                <a:extLst>
                  <a:ext uri="{FF2B5EF4-FFF2-40B4-BE49-F238E27FC236}">
                    <a16:creationId xmlns:a16="http://schemas.microsoft.com/office/drawing/2014/main" id="{1A825F03-016F-CE39-4156-EB417DBD4CB8}"/>
                  </a:ext>
                </a:extLst>
              </p:cNvPr>
              <p:cNvSpPr/>
              <p:nvPr/>
            </p:nvSpPr>
            <p:spPr>
              <a:xfrm>
                <a:off x="1999234" y="3482205"/>
                <a:ext cx="2859530" cy="4584580"/>
              </a:xfrm>
              <a:custGeom>
                <a:avLst/>
                <a:gdLst>
                  <a:gd name="connsiteX0" fmla="*/ 2838364 w 2840682"/>
                  <a:gd name="connsiteY0" fmla="*/ 1009674 h 4598651"/>
                  <a:gd name="connsiteX1" fmla="*/ 2618231 w 2840682"/>
                  <a:gd name="connsiteY1" fmla="*/ 1543074 h 4598651"/>
                  <a:gd name="connsiteX2" fmla="*/ 2266864 w 2840682"/>
                  <a:gd name="connsiteY2" fmla="*/ 3985708 h 4598651"/>
                  <a:gd name="connsiteX3" fmla="*/ 1572597 w 2840682"/>
                  <a:gd name="connsiteY3" fmla="*/ 4595308 h 4598651"/>
                  <a:gd name="connsiteX4" fmla="*/ 1106931 w 2840682"/>
                  <a:gd name="connsiteY4" fmla="*/ 4150808 h 4598651"/>
                  <a:gd name="connsiteX5" fmla="*/ 1060364 w 2840682"/>
                  <a:gd name="connsiteY5" fmla="*/ 2614108 h 4598651"/>
                  <a:gd name="connsiteX6" fmla="*/ 391497 w 2840682"/>
                  <a:gd name="connsiteY6" fmla="*/ 1543074 h 4598651"/>
                  <a:gd name="connsiteX7" fmla="*/ 18964 w 2840682"/>
                  <a:gd name="connsiteY7" fmla="*/ 764141 h 4598651"/>
                  <a:gd name="connsiteX8" fmla="*/ 971464 w 2840682"/>
                  <a:gd name="connsiteY8" fmla="*/ 61408 h 4598651"/>
                  <a:gd name="connsiteX9" fmla="*/ 2482764 w 2840682"/>
                  <a:gd name="connsiteY9" fmla="*/ 141841 h 4598651"/>
                  <a:gd name="connsiteX10" fmla="*/ 2838364 w 2840682"/>
                  <a:gd name="connsiteY10" fmla="*/ 1009674 h 4598651"/>
                  <a:gd name="connsiteX0" fmla="*/ 2857414 w 2859530"/>
                  <a:gd name="connsiteY0" fmla="*/ 732079 h 4587756"/>
                  <a:gd name="connsiteX1" fmla="*/ 2618231 w 2859530"/>
                  <a:gd name="connsiteY1" fmla="*/ 1532179 h 4587756"/>
                  <a:gd name="connsiteX2" fmla="*/ 2266864 w 2859530"/>
                  <a:gd name="connsiteY2" fmla="*/ 3974813 h 4587756"/>
                  <a:gd name="connsiteX3" fmla="*/ 1572597 w 2859530"/>
                  <a:gd name="connsiteY3" fmla="*/ 4584413 h 4587756"/>
                  <a:gd name="connsiteX4" fmla="*/ 1106931 w 2859530"/>
                  <a:gd name="connsiteY4" fmla="*/ 4139913 h 4587756"/>
                  <a:gd name="connsiteX5" fmla="*/ 1060364 w 2859530"/>
                  <a:gd name="connsiteY5" fmla="*/ 2603213 h 4587756"/>
                  <a:gd name="connsiteX6" fmla="*/ 391497 w 2859530"/>
                  <a:gd name="connsiteY6" fmla="*/ 1532179 h 4587756"/>
                  <a:gd name="connsiteX7" fmla="*/ 18964 w 2859530"/>
                  <a:gd name="connsiteY7" fmla="*/ 753246 h 4587756"/>
                  <a:gd name="connsiteX8" fmla="*/ 971464 w 2859530"/>
                  <a:gd name="connsiteY8" fmla="*/ 50513 h 4587756"/>
                  <a:gd name="connsiteX9" fmla="*/ 2482764 w 2859530"/>
                  <a:gd name="connsiteY9" fmla="*/ 130946 h 4587756"/>
                  <a:gd name="connsiteX10" fmla="*/ 2857414 w 2859530"/>
                  <a:gd name="connsiteY10" fmla="*/ 732079 h 4587756"/>
                  <a:gd name="connsiteX0" fmla="*/ 2857414 w 2859530"/>
                  <a:gd name="connsiteY0" fmla="*/ 732079 h 4584580"/>
                  <a:gd name="connsiteX1" fmla="*/ 2618231 w 2859530"/>
                  <a:gd name="connsiteY1" fmla="*/ 1532179 h 4584580"/>
                  <a:gd name="connsiteX2" fmla="*/ 2266864 w 2859530"/>
                  <a:gd name="connsiteY2" fmla="*/ 3974813 h 4584580"/>
                  <a:gd name="connsiteX3" fmla="*/ 1572597 w 2859530"/>
                  <a:gd name="connsiteY3" fmla="*/ 4584413 h 4584580"/>
                  <a:gd name="connsiteX4" fmla="*/ 1106931 w 2859530"/>
                  <a:gd name="connsiteY4" fmla="*/ 4139913 h 4584580"/>
                  <a:gd name="connsiteX5" fmla="*/ 1060364 w 2859530"/>
                  <a:gd name="connsiteY5" fmla="*/ 2603213 h 4584580"/>
                  <a:gd name="connsiteX6" fmla="*/ 391497 w 2859530"/>
                  <a:gd name="connsiteY6" fmla="*/ 1532179 h 4584580"/>
                  <a:gd name="connsiteX7" fmla="*/ 18964 w 2859530"/>
                  <a:gd name="connsiteY7" fmla="*/ 753246 h 4584580"/>
                  <a:gd name="connsiteX8" fmla="*/ 971464 w 2859530"/>
                  <a:gd name="connsiteY8" fmla="*/ 50513 h 4584580"/>
                  <a:gd name="connsiteX9" fmla="*/ 2482764 w 2859530"/>
                  <a:gd name="connsiteY9" fmla="*/ 130946 h 4584580"/>
                  <a:gd name="connsiteX10" fmla="*/ 2857414 w 2859530"/>
                  <a:gd name="connsiteY10" fmla="*/ 732079 h 4584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9530" h="4584580">
                    <a:moveTo>
                      <a:pt x="2857414" y="732079"/>
                    </a:moveTo>
                    <a:cubicBezTo>
                      <a:pt x="2879992" y="965618"/>
                      <a:pt x="2716656" y="991723"/>
                      <a:pt x="2618231" y="1532179"/>
                    </a:cubicBezTo>
                    <a:cubicBezTo>
                      <a:pt x="2519806" y="2072635"/>
                      <a:pt x="2441136" y="3466107"/>
                      <a:pt x="2266864" y="3974813"/>
                    </a:cubicBezTo>
                    <a:cubicBezTo>
                      <a:pt x="2092592" y="4483519"/>
                      <a:pt x="1791319" y="4579121"/>
                      <a:pt x="1572597" y="4584413"/>
                    </a:cubicBezTo>
                    <a:cubicBezTo>
                      <a:pt x="1353875" y="4589705"/>
                      <a:pt x="1192303" y="4470113"/>
                      <a:pt x="1106931" y="4139913"/>
                    </a:cubicBezTo>
                    <a:cubicBezTo>
                      <a:pt x="1021559" y="3809713"/>
                      <a:pt x="1179603" y="3037835"/>
                      <a:pt x="1060364" y="2603213"/>
                    </a:cubicBezTo>
                    <a:cubicBezTo>
                      <a:pt x="941125" y="2168591"/>
                      <a:pt x="565064" y="1840507"/>
                      <a:pt x="391497" y="1532179"/>
                    </a:cubicBezTo>
                    <a:cubicBezTo>
                      <a:pt x="217930" y="1223851"/>
                      <a:pt x="-77697" y="1000190"/>
                      <a:pt x="18964" y="753246"/>
                    </a:cubicBezTo>
                    <a:cubicBezTo>
                      <a:pt x="115625" y="506302"/>
                      <a:pt x="560831" y="154230"/>
                      <a:pt x="971464" y="50513"/>
                    </a:cubicBezTo>
                    <a:cubicBezTo>
                      <a:pt x="1382097" y="-53204"/>
                      <a:pt x="2168439" y="17352"/>
                      <a:pt x="2482764" y="130946"/>
                    </a:cubicBezTo>
                    <a:cubicBezTo>
                      <a:pt x="2797089" y="244540"/>
                      <a:pt x="2834836" y="498540"/>
                      <a:pt x="2857414" y="732079"/>
                    </a:cubicBezTo>
                    <a:close/>
                  </a:path>
                </a:pathLst>
              </a:custGeom>
              <a:solidFill>
                <a:srgbClr val="E8E6E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326B9388-A808-CEA0-3AC5-18A970069D55}"/>
                  </a:ext>
                </a:extLst>
              </p:cNvPr>
              <p:cNvSpPr/>
              <p:nvPr/>
            </p:nvSpPr>
            <p:spPr>
              <a:xfrm>
                <a:off x="1879934" y="2328111"/>
                <a:ext cx="3098131" cy="3031958"/>
              </a:xfrm>
              <a:prstGeom prst="ellipse">
                <a:avLst/>
              </a:prstGeom>
              <a:solidFill>
                <a:srgbClr val="837D8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6" name="四角形: 角を丸くする 5">
                <a:extLst>
                  <a:ext uri="{FF2B5EF4-FFF2-40B4-BE49-F238E27FC236}">
                    <a16:creationId xmlns:a16="http://schemas.microsoft.com/office/drawing/2014/main" id="{396427A4-B533-470A-1386-4AFB286DBC0F}"/>
                  </a:ext>
                </a:extLst>
              </p:cNvPr>
              <p:cNvSpPr/>
              <p:nvPr/>
            </p:nvSpPr>
            <p:spPr>
              <a:xfrm>
                <a:off x="2714710" y="5404519"/>
                <a:ext cx="539750" cy="548606"/>
              </a:xfrm>
              <a:prstGeom prst="roundRect">
                <a:avLst/>
              </a:prstGeom>
              <a:solidFill>
                <a:srgbClr val="ECEAE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0CCC123C-6577-CB63-72B1-9FB034DB3540}"/>
                </a:ext>
              </a:extLst>
            </p:cNvPr>
            <p:cNvSpPr/>
            <p:nvPr/>
          </p:nvSpPr>
          <p:spPr>
            <a:xfrm>
              <a:off x="2345806" y="3900664"/>
              <a:ext cx="720000" cy="720000"/>
            </a:xfrm>
            <a:prstGeom prst="ellipse">
              <a:avLst/>
            </a:prstGeom>
            <a:solidFill>
              <a:srgbClr val="03030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45C3B661-2BD0-1D3F-1CDC-FB6099A86826}"/>
                </a:ext>
              </a:extLst>
            </p:cNvPr>
            <p:cNvSpPr/>
            <p:nvPr/>
          </p:nvSpPr>
          <p:spPr>
            <a:xfrm>
              <a:off x="2417806" y="3866574"/>
              <a:ext cx="648000" cy="648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F2B6FFF3-0E4F-1D83-5306-14963649AB7A}"/>
                </a:ext>
              </a:extLst>
            </p:cNvPr>
            <p:cNvSpPr/>
            <p:nvPr/>
          </p:nvSpPr>
          <p:spPr>
            <a:xfrm>
              <a:off x="1256570" y="4244574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dirty="0"/>
                <a:t>B</a:t>
              </a:r>
              <a:endParaRPr kumimoji="1" lang="ja-JP" altLang="en-US" sz="2800" dirty="0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6A609DF3-58BA-06D4-C26E-EF16BAEA5F0A}"/>
                </a:ext>
              </a:extLst>
            </p:cNvPr>
            <p:cNvSpPr/>
            <p:nvPr/>
          </p:nvSpPr>
          <p:spPr>
            <a:xfrm>
              <a:off x="1644399" y="4955396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dirty="0"/>
                <a:t>A</a:t>
              </a:r>
              <a:endParaRPr kumimoji="1" lang="ja-JP" altLang="en-US" sz="2800" dirty="0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1E36267B-99A8-CF56-2326-FBC941ED4D66}"/>
                </a:ext>
              </a:extLst>
            </p:cNvPr>
            <p:cNvSpPr/>
            <p:nvPr/>
          </p:nvSpPr>
          <p:spPr>
            <a:xfrm>
              <a:off x="2586505" y="5059396"/>
              <a:ext cx="432000" cy="432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2DB7E8D-6613-7504-5EA9-9673AAC60031}"/>
              </a:ext>
            </a:extLst>
          </p:cNvPr>
          <p:cNvGrpSpPr/>
          <p:nvPr/>
        </p:nvGrpSpPr>
        <p:grpSpPr>
          <a:xfrm flipH="1">
            <a:off x="-1696248" y="3039439"/>
            <a:ext cx="3098131" cy="5738674"/>
            <a:chOff x="635334" y="3212031"/>
            <a:chExt cx="3098131" cy="573867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56FCEB43-8374-94D2-180E-0DFF11E075C3}"/>
                </a:ext>
              </a:extLst>
            </p:cNvPr>
            <p:cNvGrpSpPr/>
            <p:nvPr/>
          </p:nvGrpSpPr>
          <p:grpSpPr>
            <a:xfrm>
              <a:off x="635334" y="3212031"/>
              <a:ext cx="3098131" cy="5738674"/>
              <a:chOff x="1879934" y="2328111"/>
              <a:chExt cx="3098131" cy="5738674"/>
            </a:xfrm>
          </p:grpSpPr>
          <p:sp>
            <p:nvSpPr>
              <p:cNvPr id="21" name="フリーフォーム: 図形 20">
                <a:extLst>
                  <a:ext uri="{FF2B5EF4-FFF2-40B4-BE49-F238E27FC236}">
                    <a16:creationId xmlns:a16="http://schemas.microsoft.com/office/drawing/2014/main" id="{1987D0CE-B618-A493-4136-0B083C117F77}"/>
                  </a:ext>
                </a:extLst>
              </p:cNvPr>
              <p:cNvSpPr/>
              <p:nvPr/>
            </p:nvSpPr>
            <p:spPr>
              <a:xfrm>
                <a:off x="1999234" y="3482205"/>
                <a:ext cx="2859530" cy="4584580"/>
              </a:xfrm>
              <a:custGeom>
                <a:avLst/>
                <a:gdLst>
                  <a:gd name="connsiteX0" fmla="*/ 2838364 w 2840682"/>
                  <a:gd name="connsiteY0" fmla="*/ 1009674 h 4598651"/>
                  <a:gd name="connsiteX1" fmla="*/ 2618231 w 2840682"/>
                  <a:gd name="connsiteY1" fmla="*/ 1543074 h 4598651"/>
                  <a:gd name="connsiteX2" fmla="*/ 2266864 w 2840682"/>
                  <a:gd name="connsiteY2" fmla="*/ 3985708 h 4598651"/>
                  <a:gd name="connsiteX3" fmla="*/ 1572597 w 2840682"/>
                  <a:gd name="connsiteY3" fmla="*/ 4595308 h 4598651"/>
                  <a:gd name="connsiteX4" fmla="*/ 1106931 w 2840682"/>
                  <a:gd name="connsiteY4" fmla="*/ 4150808 h 4598651"/>
                  <a:gd name="connsiteX5" fmla="*/ 1060364 w 2840682"/>
                  <a:gd name="connsiteY5" fmla="*/ 2614108 h 4598651"/>
                  <a:gd name="connsiteX6" fmla="*/ 391497 w 2840682"/>
                  <a:gd name="connsiteY6" fmla="*/ 1543074 h 4598651"/>
                  <a:gd name="connsiteX7" fmla="*/ 18964 w 2840682"/>
                  <a:gd name="connsiteY7" fmla="*/ 764141 h 4598651"/>
                  <a:gd name="connsiteX8" fmla="*/ 971464 w 2840682"/>
                  <a:gd name="connsiteY8" fmla="*/ 61408 h 4598651"/>
                  <a:gd name="connsiteX9" fmla="*/ 2482764 w 2840682"/>
                  <a:gd name="connsiteY9" fmla="*/ 141841 h 4598651"/>
                  <a:gd name="connsiteX10" fmla="*/ 2838364 w 2840682"/>
                  <a:gd name="connsiteY10" fmla="*/ 1009674 h 4598651"/>
                  <a:gd name="connsiteX0" fmla="*/ 2857414 w 2859530"/>
                  <a:gd name="connsiteY0" fmla="*/ 732079 h 4587756"/>
                  <a:gd name="connsiteX1" fmla="*/ 2618231 w 2859530"/>
                  <a:gd name="connsiteY1" fmla="*/ 1532179 h 4587756"/>
                  <a:gd name="connsiteX2" fmla="*/ 2266864 w 2859530"/>
                  <a:gd name="connsiteY2" fmla="*/ 3974813 h 4587756"/>
                  <a:gd name="connsiteX3" fmla="*/ 1572597 w 2859530"/>
                  <a:gd name="connsiteY3" fmla="*/ 4584413 h 4587756"/>
                  <a:gd name="connsiteX4" fmla="*/ 1106931 w 2859530"/>
                  <a:gd name="connsiteY4" fmla="*/ 4139913 h 4587756"/>
                  <a:gd name="connsiteX5" fmla="*/ 1060364 w 2859530"/>
                  <a:gd name="connsiteY5" fmla="*/ 2603213 h 4587756"/>
                  <a:gd name="connsiteX6" fmla="*/ 391497 w 2859530"/>
                  <a:gd name="connsiteY6" fmla="*/ 1532179 h 4587756"/>
                  <a:gd name="connsiteX7" fmla="*/ 18964 w 2859530"/>
                  <a:gd name="connsiteY7" fmla="*/ 753246 h 4587756"/>
                  <a:gd name="connsiteX8" fmla="*/ 971464 w 2859530"/>
                  <a:gd name="connsiteY8" fmla="*/ 50513 h 4587756"/>
                  <a:gd name="connsiteX9" fmla="*/ 2482764 w 2859530"/>
                  <a:gd name="connsiteY9" fmla="*/ 130946 h 4587756"/>
                  <a:gd name="connsiteX10" fmla="*/ 2857414 w 2859530"/>
                  <a:gd name="connsiteY10" fmla="*/ 732079 h 4587756"/>
                  <a:gd name="connsiteX0" fmla="*/ 2857414 w 2859530"/>
                  <a:gd name="connsiteY0" fmla="*/ 732079 h 4584580"/>
                  <a:gd name="connsiteX1" fmla="*/ 2618231 w 2859530"/>
                  <a:gd name="connsiteY1" fmla="*/ 1532179 h 4584580"/>
                  <a:gd name="connsiteX2" fmla="*/ 2266864 w 2859530"/>
                  <a:gd name="connsiteY2" fmla="*/ 3974813 h 4584580"/>
                  <a:gd name="connsiteX3" fmla="*/ 1572597 w 2859530"/>
                  <a:gd name="connsiteY3" fmla="*/ 4584413 h 4584580"/>
                  <a:gd name="connsiteX4" fmla="*/ 1106931 w 2859530"/>
                  <a:gd name="connsiteY4" fmla="*/ 4139913 h 4584580"/>
                  <a:gd name="connsiteX5" fmla="*/ 1060364 w 2859530"/>
                  <a:gd name="connsiteY5" fmla="*/ 2603213 h 4584580"/>
                  <a:gd name="connsiteX6" fmla="*/ 391497 w 2859530"/>
                  <a:gd name="connsiteY6" fmla="*/ 1532179 h 4584580"/>
                  <a:gd name="connsiteX7" fmla="*/ 18964 w 2859530"/>
                  <a:gd name="connsiteY7" fmla="*/ 753246 h 4584580"/>
                  <a:gd name="connsiteX8" fmla="*/ 971464 w 2859530"/>
                  <a:gd name="connsiteY8" fmla="*/ 50513 h 4584580"/>
                  <a:gd name="connsiteX9" fmla="*/ 2482764 w 2859530"/>
                  <a:gd name="connsiteY9" fmla="*/ 130946 h 4584580"/>
                  <a:gd name="connsiteX10" fmla="*/ 2857414 w 2859530"/>
                  <a:gd name="connsiteY10" fmla="*/ 732079 h 4584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59530" h="4584580">
                    <a:moveTo>
                      <a:pt x="2857414" y="732079"/>
                    </a:moveTo>
                    <a:cubicBezTo>
                      <a:pt x="2879992" y="965618"/>
                      <a:pt x="2716656" y="991723"/>
                      <a:pt x="2618231" y="1532179"/>
                    </a:cubicBezTo>
                    <a:cubicBezTo>
                      <a:pt x="2519806" y="2072635"/>
                      <a:pt x="2441136" y="3466107"/>
                      <a:pt x="2266864" y="3974813"/>
                    </a:cubicBezTo>
                    <a:cubicBezTo>
                      <a:pt x="2092592" y="4483519"/>
                      <a:pt x="1791319" y="4579121"/>
                      <a:pt x="1572597" y="4584413"/>
                    </a:cubicBezTo>
                    <a:cubicBezTo>
                      <a:pt x="1353875" y="4589705"/>
                      <a:pt x="1192303" y="4470113"/>
                      <a:pt x="1106931" y="4139913"/>
                    </a:cubicBezTo>
                    <a:cubicBezTo>
                      <a:pt x="1021559" y="3809713"/>
                      <a:pt x="1179603" y="3037835"/>
                      <a:pt x="1060364" y="2603213"/>
                    </a:cubicBezTo>
                    <a:cubicBezTo>
                      <a:pt x="941125" y="2168591"/>
                      <a:pt x="565064" y="1840507"/>
                      <a:pt x="391497" y="1532179"/>
                    </a:cubicBezTo>
                    <a:cubicBezTo>
                      <a:pt x="217930" y="1223851"/>
                      <a:pt x="-77697" y="1000190"/>
                      <a:pt x="18964" y="753246"/>
                    </a:cubicBezTo>
                    <a:cubicBezTo>
                      <a:pt x="115625" y="506302"/>
                      <a:pt x="560831" y="154230"/>
                      <a:pt x="971464" y="50513"/>
                    </a:cubicBezTo>
                    <a:cubicBezTo>
                      <a:pt x="1382097" y="-53204"/>
                      <a:pt x="2168439" y="17352"/>
                      <a:pt x="2482764" y="130946"/>
                    </a:cubicBezTo>
                    <a:cubicBezTo>
                      <a:pt x="2797089" y="244540"/>
                      <a:pt x="2834836" y="498540"/>
                      <a:pt x="2857414" y="732079"/>
                    </a:cubicBezTo>
                    <a:close/>
                  </a:path>
                </a:pathLst>
              </a:custGeom>
              <a:solidFill>
                <a:srgbClr val="E8E6E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D753CC98-3236-E2D6-B27B-E12B4FF860CB}"/>
                  </a:ext>
                </a:extLst>
              </p:cNvPr>
              <p:cNvSpPr/>
              <p:nvPr/>
            </p:nvSpPr>
            <p:spPr>
              <a:xfrm>
                <a:off x="1879934" y="2328111"/>
                <a:ext cx="3098131" cy="3031958"/>
              </a:xfrm>
              <a:prstGeom prst="ellipse">
                <a:avLst/>
              </a:prstGeom>
              <a:solidFill>
                <a:srgbClr val="837D8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DA19E9F-C83A-6B90-F3F6-AA5957725E48}"/>
                  </a:ext>
                </a:extLst>
              </p:cNvPr>
              <p:cNvSpPr/>
              <p:nvPr/>
            </p:nvSpPr>
            <p:spPr>
              <a:xfrm>
                <a:off x="2714710" y="5404519"/>
                <a:ext cx="539750" cy="548606"/>
              </a:xfrm>
              <a:prstGeom prst="roundRect">
                <a:avLst/>
              </a:prstGeom>
              <a:solidFill>
                <a:srgbClr val="ECEAE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C1506802-C8F8-81E1-F165-BED6A594D057}"/>
                </a:ext>
              </a:extLst>
            </p:cNvPr>
            <p:cNvSpPr/>
            <p:nvPr/>
          </p:nvSpPr>
          <p:spPr>
            <a:xfrm>
              <a:off x="2345806" y="3900664"/>
              <a:ext cx="720000" cy="720000"/>
            </a:xfrm>
            <a:prstGeom prst="ellipse">
              <a:avLst/>
            </a:prstGeom>
            <a:solidFill>
              <a:srgbClr val="03030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6BE577C7-FA78-B841-B4FF-7C5C97D03298}"/>
                </a:ext>
              </a:extLst>
            </p:cNvPr>
            <p:cNvSpPr/>
            <p:nvPr/>
          </p:nvSpPr>
          <p:spPr>
            <a:xfrm>
              <a:off x="2417806" y="3866574"/>
              <a:ext cx="648000" cy="648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292E3952-00DB-F376-FBBB-4E4B96D6255F}"/>
                </a:ext>
              </a:extLst>
            </p:cNvPr>
            <p:cNvSpPr/>
            <p:nvPr/>
          </p:nvSpPr>
          <p:spPr>
            <a:xfrm>
              <a:off x="1256570" y="4244574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800" dirty="0"/>
                <a:t>Y</a:t>
              </a:r>
              <a:endParaRPr kumimoji="1" lang="ja-JP" altLang="en-US" sz="2800" dirty="0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5D405E60-97E4-CF26-F7A8-31BEFD21AF7B}"/>
                </a:ext>
              </a:extLst>
            </p:cNvPr>
            <p:cNvSpPr/>
            <p:nvPr/>
          </p:nvSpPr>
          <p:spPr>
            <a:xfrm>
              <a:off x="1644399" y="4955396"/>
              <a:ext cx="540000" cy="540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200" dirty="0"/>
                <a:t>X</a:t>
              </a:r>
              <a:endParaRPr kumimoji="1" lang="ja-JP" altLang="en-US" sz="3200" dirty="0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A43D527B-ACC3-469C-EA59-1D6610F08379}"/>
                </a:ext>
              </a:extLst>
            </p:cNvPr>
            <p:cNvSpPr/>
            <p:nvPr/>
          </p:nvSpPr>
          <p:spPr>
            <a:xfrm>
              <a:off x="2586505" y="5059396"/>
              <a:ext cx="432000" cy="432000"/>
            </a:xfrm>
            <a:prstGeom prst="ellipse">
              <a:avLst/>
            </a:prstGeom>
            <a:solidFill>
              <a:srgbClr val="4B494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6932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b54151-3e14-4cf0-a6ca-42b1c6e40c5a">
      <Terms xmlns="http://schemas.microsoft.com/office/infopath/2007/PartnerControls"/>
    </lcf76f155ced4ddcb4097134ff3c332f>
    <TaxCatchAll xmlns="47d1ca19-01e5-4a9d-83e1-8b6dc8ffd3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06FAA284F7E042AC76CE846FB8EF55" ma:contentTypeVersion="12" ma:contentTypeDescription="新しいドキュメントを作成します。" ma:contentTypeScope="" ma:versionID="0c2c6d11ea5dafa2c3861012b77619db">
  <xsd:schema xmlns:xsd="http://www.w3.org/2001/XMLSchema" xmlns:xs="http://www.w3.org/2001/XMLSchema" xmlns:p="http://schemas.microsoft.com/office/2006/metadata/properties" xmlns:ns2="f1b54151-3e14-4cf0-a6ca-42b1c6e40c5a" xmlns:ns3="47d1ca19-01e5-4a9d-83e1-8b6dc8ffd3d1" targetNamespace="http://schemas.microsoft.com/office/2006/metadata/properties" ma:root="true" ma:fieldsID="52e6ca9bd7a4600b1bbffe7c644d64e1" ns2:_="" ns3:_="">
    <xsd:import namespace="f1b54151-3e14-4cf0-a6ca-42b1c6e40c5a"/>
    <xsd:import namespace="47d1ca19-01e5-4a9d-83e1-8b6dc8ffd3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54151-3e14-4cf0-a6ca-42b1c6e40c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d665d802-0e3f-4965-8b3e-31b3bf353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d1ca19-01e5-4a9d-83e1-8b6dc8ffd3d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936292c-0ec5-49ae-9e4b-4278909fc5b6}" ma:internalName="TaxCatchAll" ma:showField="CatchAllData" ma:web="47d1ca19-01e5-4a9d-83e1-8b6dc8ffd3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CA5148-C301-4605-AB45-AB820F63D9DB}">
  <ds:schemaRefs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f1b54151-3e14-4cf0-a6ca-42b1c6e40c5a"/>
    <ds:schemaRef ds:uri="http://schemas.microsoft.com/office/2006/documentManagement/types"/>
    <ds:schemaRef ds:uri="http://schemas.openxmlformats.org/package/2006/metadata/core-properties"/>
    <ds:schemaRef ds:uri="47d1ca19-01e5-4a9d-83e1-8b6dc8ffd3d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D7BCBE1-E8C9-4497-B29B-F1689A450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b54151-3e14-4cf0-a6ca-42b1c6e40c5a"/>
    <ds:schemaRef ds:uri="47d1ca19-01e5-4a9d-83e1-8b6dc8ffd3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712836-DAB8-4783-9740-384B328EFE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3068</TotalTime>
  <Words>305</Words>
  <Application>Microsoft Office PowerPoint</Application>
  <PresentationFormat>A4 Paper (210x297 mm)</PresentationFormat>
  <Paragraphs>78</Paragraphs>
  <Slides>4</Slides>
  <Notes>1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テーマ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SASATAKE Yuta</dc:creator>
  <cp:lastModifiedBy>SASATAKE Yuta</cp:lastModifiedBy>
  <cp:revision>2</cp:revision>
  <dcterms:created xsi:type="dcterms:W3CDTF">2025-10-30T04:17:31Z</dcterms:created>
  <dcterms:modified xsi:type="dcterms:W3CDTF">2025-11-16T06:11:41Z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0x0101008A06FAA284F7E042AC76CE846FB8EF55</vt:lpwstr>
  </property>
  <property fmtid="{D5CDD505-2E9C-101B-9397-08002B2CF9AE}" pid="3" name="MediaServiceImageTags">
    <vt:lpwstr/>
  </property>
</Properties>
</file>